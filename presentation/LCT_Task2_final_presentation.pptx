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f73fe02b5f441e" /><Relationship Type="http://schemas.openxmlformats.org/officeDocument/2006/relationships/extended-properties" Target="/docProps/app.xml" Id="R21cef4ab97fc48e2" /><Relationship Type="http://schemas.openxmlformats.org/officeDocument/2006/relationships/officeDocument" Target="/ppt/presentation.xml" Id="R499fe12d0bd843d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ff6a9966b044cba"/>
  </p:sldMasterIdLst>
  <p:notesMasterIdLst>
    <p:notesMasterId xmlns:r="http://schemas.openxmlformats.org/officeDocument/2006/relationships" r:id="Rb9c8903bca054c07"/>
  </p:notesMasterIdLst>
  <p:sldIdLst>
    <p:sldId xmlns:r="http://schemas.openxmlformats.org/officeDocument/2006/relationships" id="256" r:id="R33aa9ac2e27f4afb"/>
    <p:sldId xmlns:r="http://schemas.openxmlformats.org/officeDocument/2006/relationships" id="257" r:id="R403bb4dafb444341"/>
    <p:sldId xmlns:r="http://schemas.openxmlformats.org/officeDocument/2006/relationships" id="258" r:id="Rb2d29e5f08e54206"/>
    <p:sldId xmlns:r="http://schemas.openxmlformats.org/officeDocument/2006/relationships" id="259" r:id="Rb23dc9a19e9e4797"/>
    <p:sldId xmlns:r="http://schemas.openxmlformats.org/officeDocument/2006/relationships" id="260" r:id="R140a02d141ef418c"/>
    <p:sldId xmlns:r="http://schemas.openxmlformats.org/officeDocument/2006/relationships" id="261" r:id="R0b8b8720a93e492d"/>
    <p:sldId xmlns:r="http://schemas.openxmlformats.org/officeDocument/2006/relationships" id="262" r:id="R0acbf002028f4101"/>
    <p:sldId xmlns:r="http://schemas.openxmlformats.org/officeDocument/2006/relationships" id="263" r:id="R5b854a69a5374b72"/>
    <p:sldId xmlns:r="http://schemas.openxmlformats.org/officeDocument/2006/relationships" id="264" r:id="Rd9e439bcd2e34cbb"/>
    <p:sldId xmlns:r="http://schemas.openxmlformats.org/officeDocument/2006/relationships" id="265" r:id="R6c26d55d97314009"/>
    <p:sldId xmlns:r="http://schemas.openxmlformats.org/officeDocument/2006/relationships" id="266" r:id="Rc07f8412d42040c1"/>
    <p:sldId xmlns:r="http://schemas.openxmlformats.org/officeDocument/2006/relationships" id="267" r:id="R63378b0ea9fe47ad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110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220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329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439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5549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2658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199765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6877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94e85aed08b4545" /><Relationship Type="http://schemas.openxmlformats.org/officeDocument/2006/relationships/slideMaster" Target="/ppt/slideMasters/slideMaster1.xml" Id="R1ff6a9966b044cba" /><Relationship Type="http://schemas.openxmlformats.org/officeDocument/2006/relationships/notesMaster" Target="/ppt/notesMasters/notesMaster1.xml" Id="Rb9c8903bca054c07" /><Relationship Type="http://schemas.openxmlformats.org/officeDocument/2006/relationships/presProps" Target="/ppt/presProps.xml" Id="R25a87ad32a16443e" /><Relationship Type="http://schemas.openxmlformats.org/officeDocument/2006/relationships/viewProps" Target="/ppt/viewProps.xml" Id="R149c9d7f3a7d484d" /><Relationship Type="http://schemas.openxmlformats.org/officeDocument/2006/relationships/tableStyles" Target="/ppt/tableStyles.xml" Id="Rda35dd096e2949e6" /><Relationship Type="http://schemas.openxmlformats.org/officeDocument/2006/relationships/slide" Target="/ppt/slides/slide1.xml" Id="R33aa9ac2e27f4afb" /><Relationship Type="http://schemas.openxmlformats.org/officeDocument/2006/relationships/slide" Target="/ppt/slides/slide2.xml" Id="R403bb4dafb444341" /><Relationship Type="http://schemas.openxmlformats.org/officeDocument/2006/relationships/slide" Target="/ppt/slides/slide3.xml" Id="Rb2d29e5f08e54206" /><Relationship Type="http://schemas.openxmlformats.org/officeDocument/2006/relationships/slide" Target="/ppt/slides/slide4.xml" Id="Rb23dc9a19e9e4797" /><Relationship Type="http://schemas.openxmlformats.org/officeDocument/2006/relationships/slide" Target="/ppt/slides/slide5.xml" Id="R140a02d141ef418c" /><Relationship Type="http://schemas.openxmlformats.org/officeDocument/2006/relationships/slide" Target="/ppt/slides/slide6.xml" Id="R0b8b8720a93e492d" /><Relationship Type="http://schemas.openxmlformats.org/officeDocument/2006/relationships/slide" Target="/ppt/slides/slide7.xml" Id="R0acbf002028f4101" /><Relationship Type="http://schemas.openxmlformats.org/officeDocument/2006/relationships/slide" Target="/ppt/slides/slide8.xml" Id="R5b854a69a5374b72" /><Relationship Type="http://schemas.openxmlformats.org/officeDocument/2006/relationships/slide" Target="/ppt/slides/slide9.xml" Id="Rd9e439bcd2e34cbb" /><Relationship Type="http://schemas.openxmlformats.org/officeDocument/2006/relationships/slide" Target="/ppt/slides/slide10.xml" Id="R6c26d55d97314009" /><Relationship Type="http://schemas.openxmlformats.org/officeDocument/2006/relationships/slide" Target="/ppt/slides/slide11.xml" Id="Rc07f8412d42040c1" /><Relationship Type="http://schemas.openxmlformats.org/officeDocument/2006/relationships/slide" Target="/ppt/slides/slide12.xml" Id="R63378b0ea9fe47a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cd9ab69b41e433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262f060856c49df" /><Relationship Type="http://schemas.openxmlformats.org/officeDocument/2006/relationships/notesMaster" Target="/ppt/notesMasters/notesMaster1.xml" Id="R3d5e4bb2b7524e4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9f34be631544eab" /><Relationship Type="http://schemas.openxmlformats.org/officeDocument/2006/relationships/notesMaster" Target="/ppt/notesMasters/notesMaster1.xml" Id="Ra18a64090c7b4f4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720e629c44e49be" /><Relationship Type="http://schemas.openxmlformats.org/officeDocument/2006/relationships/notesMaster" Target="/ppt/notesMasters/notesMaster1.xml" Id="Ra0ff27ab1f71483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fb5dda64284f6c" /><Relationship Type="http://schemas.openxmlformats.org/officeDocument/2006/relationships/notesMaster" Target="/ppt/notesMasters/notesMaster1.xml" Id="Rb7d004da68ce4f2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e6f4bd7f702417a" /><Relationship Type="http://schemas.openxmlformats.org/officeDocument/2006/relationships/notesMaster" Target="/ppt/notesMasters/notesMaster1.xml" Id="R2111b9284cc7413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a159aac6c9a45e9" /><Relationship Type="http://schemas.openxmlformats.org/officeDocument/2006/relationships/notesMaster" Target="/ppt/notesMasters/notesMaster1.xml" Id="R03d244a47be2412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a671207a27e4b8f" /><Relationship Type="http://schemas.openxmlformats.org/officeDocument/2006/relationships/notesMaster" Target="/ppt/notesMasters/notesMaster1.xml" Id="Rd5a68acf857e47d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3f5cb6724a74952" /><Relationship Type="http://schemas.openxmlformats.org/officeDocument/2006/relationships/notesMaster" Target="/ppt/notesMasters/notesMaster1.xml" Id="Re23900a703dd4da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04ef0948d7b420e" /><Relationship Type="http://schemas.openxmlformats.org/officeDocument/2006/relationships/notesMaster" Target="/ppt/notesMasters/notesMaster1.xml" Id="R1d26f8bbfa59417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3c559db15c14915" /><Relationship Type="http://schemas.openxmlformats.org/officeDocument/2006/relationships/notesMaster" Target="/ppt/notesMasters/notesMaster1.xml" Id="R914b374e88394cc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1649f0ee53b40f9" /><Relationship Type="http://schemas.openxmlformats.org/officeDocument/2006/relationships/notesMaster" Target="/ppt/notesMasters/notesMaster1.xml" Id="Re4d7bfc6b997425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a5fe02acaec495c" /><Relationship Type="http://schemas.openxmlformats.org/officeDocument/2006/relationships/notesMaster" Target="/ppt/notesMasters/notesMaster1.xml" Id="R116ece0a63504a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0ced7de1714d63" /><Relationship Type="http://schemas.openxmlformats.org/officeDocument/2006/relationships/image" Target="/ppt/media/image2.png" Id="R8823f912f1c4481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0d87de63854c0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a555736089400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5d86289c774d1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9d41d160134a6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4a93230092415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f8cf2190cd4cd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d2d18e53b1495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f032d0c9ad4d6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c7a2a050554ef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25c82622c54f69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4059bda0f44a86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5209ffab9843f1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c89af9230245ee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d081614b424ac2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d57b5a275346d1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9fad7ce76f4624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8edc0968214801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7c7a94ebb84568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255bbe90f14a01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188f93b2a04010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772551602648c5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5e996bbfef47cb" /></Relationships>
</file>

<file path=ppt/slideLayouts/slideLayout1.xml><?xml version="1.0" encoding="utf-8"?>
<p:sldLayout xmlns:p="http://schemas.openxmlformats.org/presentationml/2006/main" preserve="1" userDrawn="1">
  <p:cSld name="Титульный слайд">
    <p:bg>
      <p:bgPr>
        <a:blipFill xmlns:a="http://schemas.openxmlformats.org/drawingml/2006/main" rotWithShape="1">
          <a:blip xmlns:r="http://schemas.openxmlformats.org/officeDocument/2006/relationships" r:embed="R8823f912f1c4481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792000" y="395288"/>
            <a:ext cx="5400000" cy="5400000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Иконка задачи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0" y="4323440"/>
            <a:ext cx="8930641" cy="8270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>
            <a:lvl1pPr marL="0" indent="712788"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НАЗВАНИЕ КОМАНДЫ</a:t>
            </a:r>
          </a:p>
        </p:txBody>
      </p:sp>
      <p:sp>
        <p:nvSpPr>
          <p:cNvPr id="42" name="Рисунок 41">
            <a:extLst xmlns:a="http://schemas.openxmlformats.org/drawingml/2006/main"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xmlns:a="http://schemas.openxmlformats.org/drawingml/2006/main" noGrp="1"/>
          </p:cNvSpPr>
          <p:nvPr>
            <p:ph type="pic" idx="11" hasCustomPrompt="1"/>
          </p:nvPr>
        </p:nvSpPr>
        <p:spPr>
          <a:xfrm xmlns:a="http://schemas.openxmlformats.org/drawingml/2006/main">
            <a:off x="802640" y="2911980"/>
            <a:ext cx="3386773" cy="1082589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Логотип/логотипы постановщика задачи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xmlns:a="http://schemas.openxmlformats.org/drawingml/2006/main" noGrp="1"/>
          </p:cNvSpPr>
          <p:nvPr>
            <p:ph type="body" idx="12" hasCustomPrompt="1"/>
          </p:nvPr>
        </p:nvSpPr>
        <p:spPr>
          <a:xfrm xmlns:a="http://schemas.openxmlformats.org/drawingml/2006/main">
            <a:off x="0" y="5149851"/>
            <a:ext cx="8930641" cy="757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712788">
              <a:buNone/>
              <a:defRPr sz="1800"/>
            </a:lvl1pPr>
          </a:lstStyle>
          <a:p xmlns:a="http://schemas.openxmlformats.org/drawingml/2006/main">
            <a:r>
              <a:rPr sz="1600" b="0"/>
              <a:t>Номер и название задачи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894095" y="1044081"/>
            <a:ext cx="4962943" cy="2221824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Фото команды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67EB9651-F031-4963-AFE9-33BCC0E88757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4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  <p:sp>
        <p:nvSpPr>
          <p:cNvPr id="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806323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3014568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5191192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7366644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9542096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Дата 3">
            <a:extLst xmlns:a="http://schemas.openxmlformats.org/drawingml/2006/main"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1021F813-DBA1-42EC-A748-A9CC16659E6B}" type="datetime1">
              <a:t>14.09.2026</a:t>
            </a:fld>
            <a:endParaRPr/>
          </a:p>
        </p:txBody>
      </p:sp>
      <p:sp>
        <p:nvSpPr>
          <p:cNvPr id="10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1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1" name="Дата 3">
            <a:extLst xmlns:a="http://schemas.openxmlformats.org/drawingml/2006/main"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7DE2642A-6018-4CC1-81AB-5FD8D2782D4F}" type="datetime1">
              <a:t>14.09.2026</a:t>
            </a:fld>
            <a:endParaRPr/>
          </a:p>
        </p:txBody>
      </p:sp>
      <p:sp>
        <p:nvSpPr>
          <p:cNvPr id="22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3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87" y="1016001"/>
            <a:ext cx="5704418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6" y="1016001"/>
            <a:ext cx="5670473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4" name="Дата 3">
            <a:extLst xmlns:a="http://schemas.openxmlformats.org/drawingml/2006/main"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3014BBE-C503-4380-A869-5EE8294FE947}" type="datetime1">
              <a:t>14.09.2026</a:t>
            </a:fld>
            <a:endParaRPr/>
          </a:p>
        </p:txBody>
      </p:sp>
      <p:sp>
        <p:nvSpPr>
          <p:cNvPr id="1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7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86" y="1015427"/>
            <a:ext cx="5682193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9334" y="1598615"/>
            <a:ext cx="5648250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5" y="1015427"/>
            <a:ext cx="5684841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2" y="1598615"/>
            <a:ext cx="5670473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2" name="Дата 3">
            <a:extLst xmlns:a="http://schemas.openxmlformats.org/drawingml/2006/main"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D568497-304A-497F-ADAE-97D3CF462C1C}" type="datetime1">
              <a:t>14.09.2026</a:t>
            </a:fld>
            <a:endParaRPr/>
          </a:p>
        </p:txBody>
      </p:sp>
      <p:sp>
        <p:nvSpPr>
          <p:cNvPr id="13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4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334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2CB240C-04A3-49D4-83F9-87A9C6C414DC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34966" y="1015999"/>
            <a:ext cx="4437062" cy="121341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94" y="1015999"/>
            <a:ext cx="6673847" cy="504952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773"/>
            </a:lvl1pPr>
            <a:lvl2pPr>
              <a:buNone/>
              <a:defRPr sz="1520"/>
            </a:lvl2pPr>
            <a:lvl3pPr>
              <a:buNone/>
              <a:defRPr sz="1266"/>
            </a:lvl3pPr>
            <a:lvl4pPr>
              <a:buNone/>
              <a:defRPr sz="1141"/>
            </a:lvl4pPr>
            <a:lvl5pPr>
              <a:buNone/>
              <a:defRPr sz="1141"/>
            </a:lvl5pPr>
            <a:lvl6pPr>
              <a:buNone/>
              <a:defRPr sz="1266"/>
            </a:lvl6pPr>
            <a:lvl7pPr>
              <a:buNone/>
              <a:defRPr sz="1266"/>
            </a:lvl7pPr>
            <a:lvl8pPr>
              <a:buNone/>
              <a:defRPr sz="1266"/>
            </a:lvl8pPr>
            <a:lvl9pPr>
              <a:buNone/>
              <a:defRPr sz="1266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4966" y="2428239"/>
            <a:ext cx="4437062" cy="363728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8" name="Дата 3">
            <a:extLst xmlns:a="http://schemas.openxmlformats.org/drawingml/2006/main"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E74468B-3512-454B-AB51-7AE95604D39E}" type="datetime1">
              <a:t>14.09.2026</a:t>
            </a:fld>
            <a:endParaRPr/>
          </a:p>
        </p:txBody>
      </p:sp>
      <p:sp>
        <p:nvSpPr>
          <p:cNvPr id="9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0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BAB2196-A440-4E25-B9FF-D0ADB01B1A15}" type="datetime1">
              <a:t>14.09.2026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802640" y="3922529"/>
            <a:ext cx="5293359" cy="1654542"/>
          </a:xfrm>
        </p:spPr>
        <p:txBody>
          <a:bodyPr xmlns:a="http://schemas.openxmlformats.org/drawingml/2006/main" anchor="ctr"/>
          <a:lstStyle xmlns:a="http://schemas.openxmlformats.org/drawingml/2006/main">
            <a:lvl1pPr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7BAE699-64F9-49EF-B784-2DEF2B221955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1873541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2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xmlns:a="http://schemas.openxmlformats.org/drawingml/2006/main" noGrp="1"/>
          </p:cNvSpPr>
          <p:nvPr>
            <p:ph type="body" idx="38" hasCustomPrompt="1"/>
          </p:nvPr>
        </p:nvSpPr>
        <p:spPr>
          <a:xfrm xmlns:a="http://schemas.openxmlformats.org/drawingml/2006/main">
            <a:off x="1873544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3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1854185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4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xmlns:a="http://schemas.openxmlformats.org/drawingml/2006/main" noGrp="1"/>
          </p:cNvSpPr>
          <p:nvPr>
            <p:ph type="body" idx="40" hasCustomPrompt="1"/>
          </p:nvPr>
        </p:nvSpPr>
        <p:spPr>
          <a:xfrm xmlns:a="http://schemas.openxmlformats.org/drawingml/2006/main">
            <a:off x="1854185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5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xmlns:a="http://schemas.openxmlformats.org/drawingml/2006/main" noGrp="1"/>
          </p:cNvSpPr>
          <p:nvPr>
            <p:ph type="body" idx="41" hasCustomPrompt="1"/>
          </p:nvPr>
        </p:nvSpPr>
        <p:spPr>
          <a:xfrm xmlns:a="http://schemas.openxmlformats.org/drawingml/2006/main">
            <a:off x="1854185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6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xmlns:a="http://schemas.openxmlformats.org/drawingml/2006/main" noGrp="1"/>
          </p:cNvSpPr>
          <p:nvPr>
            <p:ph type="body" idx="42" hasCustomPrompt="1"/>
          </p:nvPr>
        </p:nvSpPr>
        <p:spPr>
          <a:xfrm xmlns:a="http://schemas.openxmlformats.org/drawingml/2006/main">
            <a:off x="1854185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xmlns:a="http://schemas.openxmlformats.org/drawingml/2006/main" noGrp="1"/>
          </p:cNvSpPr>
          <p:nvPr>
            <p:ph type="body" idx="43" hasCustomPrompt="1"/>
          </p:nvPr>
        </p:nvSpPr>
        <p:spPr>
          <a:xfrm xmlns:a="http://schemas.openxmlformats.org/drawingml/2006/main">
            <a:off x="7546648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1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xmlns:a="http://schemas.openxmlformats.org/drawingml/2006/main" noGrp="1"/>
          </p:cNvSpPr>
          <p:nvPr>
            <p:ph type="body" idx="44" hasCustomPrompt="1"/>
          </p:nvPr>
        </p:nvSpPr>
        <p:spPr>
          <a:xfrm xmlns:a="http://schemas.openxmlformats.org/drawingml/2006/main">
            <a:off x="7546651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xmlns:a="http://schemas.openxmlformats.org/drawingml/2006/main" noGrp="1"/>
          </p:cNvSpPr>
          <p:nvPr>
            <p:ph type="body" idx="45" hasCustomPrompt="1"/>
          </p:nvPr>
        </p:nvSpPr>
        <p:spPr>
          <a:xfrm xmlns:a="http://schemas.openxmlformats.org/drawingml/2006/main">
            <a:off x="7527292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3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xmlns:a="http://schemas.openxmlformats.org/drawingml/2006/main" noGrp="1"/>
          </p:cNvSpPr>
          <p:nvPr>
            <p:ph type="body" idx="46" hasCustomPrompt="1"/>
          </p:nvPr>
        </p:nvSpPr>
        <p:spPr>
          <a:xfrm xmlns:a="http://schemas.openxmlformats.org/drawingml/2006/main">
            <a:off x="7527292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xmlns:a="http://schemas.openxmlformats.org/drawingml/2006/main" noGrp="1"/>
          </p:cNvSpPr>
          <p:nvPr>
            <p:ph type="body" idx="47" hasCustomPrompt="1"/>
          </p:nvPr>
        </p:nvSpPr>
        <p:spPr>
          <a:xfrm xmlns:a="http://schemas.openxmlformats.org/drawingml/2006/main">
            <a:off x="7527292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5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xmlns:a="http://schemas.openxmlformats.org/drawingml/2006/main" noGrp="1"/>
          </p:cNvSpPr>
          <p:nvPr>
            <p:ph type="body" idx="48" hasCustomPrompt="1"/>
          </p:nvPr>
        </p:nvSpPr>
        <p:spPr>
          <a:xfrm xmlns:a="http://schemas.openxmlformats.org/drawingml/2006/main">
            <a:off x="7527292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xmlns:a="http://schemas.openxmlformats.org/drawingml/2006/main" noGrp="1"/>
          </p:cNvSpPr>
          <p:nvPr>
            <p:ph type="body" idx="49" hasCustomPrompt="1"/>
          </p:nvPr>
        </p:nvSpPr>
        <p:spPr>
          <a:xfrm xmlns:a="http://schemas.openxmlformats.org/drawingml/2006/main">
            <a:off x="778493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</a:p>
        </p:txBody>
      </p:sp>
      <p:sp>
        <p:nvSpPr>
          <p:cNvPr id="28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xmlns:a="http://schemas.openxmlformats.org/drawingml/2006/main" noGrp="1"/>
          </p:cNvSpPr>
          <p:nvPr>
            <p:ph type="body" idx="50" hasCustomPrompt="1"/>
          </p:nvPr>
        </p:nvSpPr>
        <p:spPr>
          <a:xfrm xmlns:a="http://schemas.openxmlformats.org/drawingml/2006/main">
            <a:off x="759137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02</a:t>
            </a:r>
          </a:p>
        </p:txBody>
      </p:sp>
      <p:sp>
        <p:nvSpPr>
          <p:cNvPr id="2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xmlns:a="http://schemas.openxmlformats.org/drawingml/2006/main" noGrp="1"/>
          </p:cNvSpPr>
          <p:nvPr>
            <p:ph type="body" idx="51" hasCustomPrompt="1"/>
          </p:nvPr>
        </p:nvSpPr>
        <p:spPr>
          <a:xfrm xmlns:a="http://schemas.openxmlformats.org/drawingml/2006/main">
            <a:off x="759137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03</a:t>
            </a:r>
          </a:p>
        </p:txBody>
      </p:sp>
      <p:sp>
        <p:nvSpPr>
          <p:cNvPr id="3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xmlns:a="http://schemas.openxmlformats.org/drawingml/2006/main" noGrp="1"/>
          </p:cNvSpPr>
          <p:nvPr>
            <p:ph type="body" idx="52" hasCustomPrompt="1"/>
          </p:nvPr>
        </p:nvSpPr>
        <p:spPr>
          <a:xfrm xmlns:a="http://schemas.openxmlformats.org/drawingml/2006/main">
            <a:off x="6451600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04</a:t>
            </a:r>
          </a:p>
        </p:txBody>
      </p:sp>
      <p:sp>
        <p:nvSpPr>
          <p:cNvPr id="3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xmlns:a="http://schemas.openxmlformats.org/drawingml/2006/main" noGrp="1"/>
          </p:cNvSpPr>
          <p:nvPr>
            <p:ph type="body" idx="53" hasCustomPrompt="1"/>
          </p:nvPr>
        </p:nvSpPr>
        <p:spPr>
          <a:xfrm xmlns:a="http://schemas.openxmlformats.org/drawingml/2006/main">
            <a:off x="6432244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05</a:t>
            </a:r>
          </a:p>
        </p:txBody>
      </p:sp>
      <p:sp>
        <p:nvSpPr>
          <p:cNvPr id="3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xmlns:a="http://schemas.openxmlformats.org/drawingml/2006/main" noGrp="1"/>
          </p:cNvSpPr>
          <p:nvPr>
            <p:ph type="body" idx="54" hasCustomPrompt="1"/>
          </p:nvPr>
        </p:nvSpPr>
        <p:spPr>
          <a:xfrm xmlns:a="http://schemas.openxmlformats.org/drawingml/2006/main">
            <a:off x="6432244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06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AFA80CC-940E-479C-90C0-76DA923785E9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7268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Рисунок 7">
            <a:extLst xmlns:a="http://schemas.openxmlformats.org/drawingml/2006/main"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7440147" y="1016001"/>
            <a:ext cx="4405777" cy="307847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7440149" y="4389108"/>
            <a:ext cx="4405775" cy="181166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Рисунок 11">
            <a:extLst xmlns:a="http://schemas.openxmlformats.org/drawingml/2006/main"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xfrm xmlns:a="http://schemas.openxmlformats.org/drawingml/2006/main">
            <a:off x="346075" y="3223948"/>
            <a:ext cx="6806142" cy="297682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346075" y="1016001"/>
            <a:ext cx="6806142" cy="20298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82A4DA7B-A7D8-4443-AD1C-4C7CDC678488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3" name="Текст 101">
            <a:extLst xmlns:a="http://schemas.openxmlformats.org/drawingml/2006/main"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1994303" y="2973742"/>
            <a:ext cx="2190810" cy="91051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Текст</a:t>
            </a:r>
          </a:p>
        </p:txBody>
      </p:sp>
      <p:sp>
        <p:nvSpPr>
          <p:cNvPr id="75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662924" y="158812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662924" y="244513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662924" y="3302147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62924" y="415915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662924" y="501616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4E505DF-C567-47F2-9374-60838F80010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26867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626932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807582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3407647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4584029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5184094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2938A0C3-5C2F-47B8-B008-79A49A1195B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53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BF4F29EB-DFD0-428E-8E89-ED117A3553E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7721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52F0272-0FEA-44CE-966E-3D169B2F53D4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84256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62B0DBE-B5A9-470E-85A9-7CC062D5339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7650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xmlns:a="http://schemas.openxmlformats.org/drawingml/2006/main" noGrp="1"/>
          </p:cNvSpPr>
          <p:nvPr>
            <p:ph type="body" idx="26" hasCustomPrompt="1"/>
          </p:nvPr>
        </p:nvSpPr>
        <p:spPr>
          <a:xfrm xmlns:a="http://schemas.openxmlformats.org/drawingml/2006/main">
            <a:off x="517027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Описание проблемы 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xmlns:a="http://schemas.openxmlformats.org/drawingml/2006/main" noGrp="1"/>
          </p:cNvSpPr>
          <p:nvPr>
            <p:ph type="body" idx="31" hasCustomPrompt="1"/>
          </p:nvPr>
        </p:nvSpPr>
        <p:spPr>
          <a:xfrm xmlns:a="http://schemas.openxmlformats.org/drawingml/2006/main">
            <a:off x="4464542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xmlns:a="http://schemas.openxmlformats.org/drawingml/2006/main" noGrp="1"/>
          </p:cNvSpPr>
          <p:nvPr>
            <p:ph type="body" idx="32" hasCustomPrompt="1"/>
          </p:nvPr>
        </p:nvSpPr>
        <p:spPr>
          <a:xfrm xmlns:a="http://schemas.openxmlformats.org/drawingml/2006/main">
            <a:off x="8385481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Ваше предложение решения данной проблемы</a:t>
            </a:r>
          </a:p>
        </p:txBody>
      </p:sp>
      <p:sp>
        <p:nvSpPr>
          <p:cNvPr id="18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517027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Проблема</a:t>
            </a:r>
          </a:p>
        </p:txBody>
      </p:sp>
      <p:sp>
        <p:nvSpPr>
          <p:cNvPr id="19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xmlns:a="http://schemas.openxmlformats.org/drawingml/2006/main" noGrp="1"/>
          </p:cNvSpPr>
          <p:nvPr>
            <p:ph type="body" idx="34" hasCustomPrompt="1"/>
          </p:nvPr>
        </p:nvSpPr>
        <p:spPr>
          <a:xfrm xmlns:a="http://schemas.openxmlformats.org/drawingml/2006/main">
            <a:off x="4464542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Альтернативные решения</a:t>
            </a:r>
          </a:p>
        </p:txBody>
      </p:sp>
      <p:sp>
        <p:nvSpPr>
          <p:cNvPr id="19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8385481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Решение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4162940" y="1264478"/>
            <a:ext cx="3866121" cy="2436377"/>
          </a:xfrm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D396B86-640F-4AD1-BBB2-E085B6CD877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346075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240502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1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8230203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3AF0E63-1EB1-47F5-B09E-CA3E5DE528F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3289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10643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857950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210642" y="1577998"/>
            <a:ext cx="4121688" cy="2283975"/>
          </a:xfrm>
        </p:spPr>
      </p:sp>
      <p:sp>
        <p:nvSpPr>
          <p:cNvPr id="123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xmlns:a="http://schemas.openxmlformats.org/drawingml/2006/main" noGrp="1"/>
          </p:cNvSpPr>
          <p:nvPr>
            <p:ph type="pic" idx="18"/>
          </p:nvPr>
        </p:nvSpPr>
        <p:spPr>
          <a:xfrm xmlns:a="http://schemas.openxmlformats.org/drawingml/2006/main">
            <a:off x="6855540" y="1577998"/>
            <a:ext cx="4121688" cy="2283975"/>
          </a:xfrm>
        </p:spPr>
      </p:sp>
    </p:spTree>
  </p:cSld>
</p:sldLayout>
</file>

<file path=ppt/slideLayouts/slideLayout21.xml><?xml version="1.0" encoding="utf-8"?>
<p:sldLayout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5009872" y="1235915"/>
            <a:ext cx="2172255" cy="4602697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356349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56349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8040021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8040021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356349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356349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8040021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8040021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cxnSp>
        <p:nvCxnSpPr>
          <p:cNvPr id="181" name="Google Shape;2799;p94"/>
          <p:cNvCxnSpPr/>
          <p:nvPr/>
        </p:nvCxnSpPr>
        <p:spPr>
          <a:xfrm xmlns:a="http://schemas.openxmlformats.org/drawingml/2006/main">
            <a:off x="4244694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2" name="Google Shape;2799;p94"/>
          <p:cNvCxnSpPr/>
          <p:nvPr/>
        </p:nvCxnSpPr>
        <p:spPr>
          <a:xfrm xmlns:a="http://schemas.openxmlformats.org/drawingml/2006/main">
            <a:off x="4244694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3" name="Google Shape;2799;p94"/>
          <p:cNvCxnSpPr/>
          <p:nvPr/>
        </p:nvCxnSpPr>
        <p:spPr>
          <a:xfrm xmlns:a="http://schemas.openxmlformats.org/drawingml/2006/main">
            <a:off x="7250583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4" name="Google Shape;2799;p94"/>
          <p:cNvCxnSpPr/>
          <p:nvPr/>
        </p:nvCxnSpPr>
        <p:spPr>
          <a:xfrm xmlns:a="http://schemas.openxmlformats.org/drawingml/2006/main">
            <a:off x="7250583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 xmlns:a="http://schemas.openxmlformats.org/drawingml/2006/main"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9" name="Дата 8">
            <a:extLst xmlns:a="http://schemas.openxmlformats.org/drawingml/2006/main"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10" name="Нижний колонтитул 9">
            <a:extLst xmlns:a="http://schemas.openxmlformats.org/drawingml/2006/main"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Номер слайда 10">
            <a:extLst xmlns:a="http://schemas.openxmlformats.org/drawingml/2006/main"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001460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7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3831097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02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xmlns:a="http://schemas.openxmlformats.org/drawingml/2006/main" noGrp="1"/>
          </p:cNvSpPr>
          <p:nvPr>
            <p:ph type="pic" idx="16"/>
          </p:nvPr>
        </p:nvSpPr>
        <p:spPr>
          <a:xfrm xmlns:a="http://schemas.openxmlformats.org/drawingml/2006/main">
            <a:off x="6660734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71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9490368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C8C16AD-D907-4463-BE30-FCBB33ACAE3F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97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46076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3269562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9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193048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0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9116535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b174703f20074c67" /><Relationship Type="http://schemas.openxmlformats.org/officeDocument/2006/relationships/theme" Target="/ppt/slideMasters/theme/theme2.xml" Id="Ra87dc689541f4e5e" /><Relationship Type="http://schemas.openxmlformats.org/officeDocument/2006/relationships/slideLayout" Target="/ppt/slideLayouts/slideLayout1.xml" Id="R1971210a1e1a49f4" /><Relationship Type="http://schemas.openxmlformats.org/officeDocument/2006/relationships/slideLayout" Target="/ppt/slideLayouts/slideLayout2.xml" Id="R1e275ca4858e4a1d" /><Relationship Type="http://schemas.openxmlformats.org/officeDocument/2006/relationships/slideLayout" Target="/ppt/slideLayouts/slideLayout3.xml" Id="R17785c8927024ef3" /><Relationship Type="http://schemas.openxmlformats.org/officeDocument/2006/relationships/slideLayout" Target="/ppt/slideLayouts/slideLayout4.xml" Id="R53e515dbd393498f" /><Relationship Type="http://schemas.openxmlformats.org/officeDocument/2006/relationships/slideLayout" Target="/ppt/slideLayouts/slideLayout5.xml" Id="R9901555b092345bf" /><Relationship Type="http://schemas.openxmlformats.org/officeDocument/2006/relationships/slideLayout" Target="/ppt/slideLayouts/slideLayout6.xml" Id="R819d24c525da4979" /><Relationship Type="http://schemas.openxmlformats.org/officeDocument/2006/relationships/slideLayout" Target="/ppt/slideLayouts/slideLayout7.xml" Id="Reff436cca1c64379" /><Relationship Type="http://schemas.openxmlformats.org/officeDocument/2006/relationships/slideLayout" Target="/ppt/slideLayouts/slideLayout8.xml" Id="Rc097797cecb7411e" /><Relationship Type="http://schemas.openxmlformats.org/officeDocument/2006/relationships/slideLayout" Target="/ppt/slideLayouts/slideLayout9.xml" Id="Ra1394f5a09254d1b" /><Relationship Type="http://schemas.openxmlformats.org/officeDocument/2006/relationships/slideLayout" Target="/ppt/slideLayouts/slideLayout10.xml" Id="R0a9e5865a3f14da4" /><Relationship Type="http://schemas.openxmlformats.org/officeDocument/2006/relationships/slideLayout" Target="/ppt/slideLayouts/slideLayout11.xml" Id="R9ba2fee349434e32" /><Relationship Type="http://schemas.openxmlformats.org/officeDocument/2006/relationships/slideLayout" Target="/ppt/slideLayouts/slideLayout12.xml" Id="Ra3dd9aeabb924fe0" /><Relationship Type="http://schemas.openxmlformats.org/officeDocument/2006/relationships/slideLayout" Target="/ppt/slideLayouts/slideLayout13.xml" Id="Rd96ac7b0ac48423a" /><Relationship Type="http://schemas.openxmlformats.org/officeDocument/2006/relationships/slideLayout" Target="/ppt/slideLayouts/slideLayout14.xml" Id="R78cfaccb6ba04f0c" /><Relationship Type="http://schemas.openxmlformats.org/officeDocument/2006/relationships/slideLayout" Target="/ppt/slideLayouts/slideLayout15.xml" Id="Rc184b02a8286400e" /><Relationship Type="http://schemas.openxmlformats.org/officeDocument/2006/relationships/slideLayout" Target="/ppt/slideLayouts/slideLayout16.xml" Id="Rf8eb0f3c3e704921" /><Relationship Type="http://schemas.openxmlformats.org/officeDocument/2006/relationships/slideLayout" Target="/ppt/slideLayouts/slideLayout17.xml" Id="Read21508ec5c4964" /><Relationship Type="http://schemas.openxmlformats.org/officeDocument/2006/relationships/slideLayout" Target="/ppt/slideLayouts/slideLayout18.xml" Id="Rd0e25b016f1d42b0" /><Relationship Type="http://schemas.openxmlformats.org/officeDocument/2006/relationships/slideLayout" Target="/ppt/slideLayouts/slideLayout19.xml" Id="Rc516b972c91241fc" /><Relationship Type="http://schemas.openxmlformats.org/officeDocument/2006/relationships/slideLayout" Target="/ppt/slideLayouts/slideLayout20.xml" Id="Rac63d0b5033f4b27" /><Relationship Type="http://schemas.openxmlformats.org/officeDocument/2006/relationships/slideLayout" Target="/ppt/slideLayouts/slideLayout21.xml" Id="R3423f1f263d441f5" /><Relationship Type="http://schemas.openxmlformats.org/officeDocument/2006/relationships/slideLayout" Target="/ppt/slideLayouts/slideLayout22.xml" Id="Rcbc9c0526a474f4e" /><Relationship Type="http://schemas.openxmlformats.org/officeDocument/2006/relationships/slideLayout" Target="/ppt/slideLayouts/slideLayout23.xml" Id="Rb1c2b0664e6c4f10" 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174703f20074c6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5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971210a1e1a49f4"/>
    <p:sldLayoutId xmlns:r="http://schemas.openxmlformats.org/officeDocument/2006/relationships" id="2147483650" r:id="R1e275ca4858e4a1d"/>
    <p:sldLayoutId xmlns:r="http://schemas.openxmlformats.org/officeDocument/2006/relationships" id="2147483651" r:id="R17785c8927024ef3"/>
    <p:sldLayoutId xmlns:r="http://schemas.openxmlformats.org/officeDocument/2006/relationships" id="2147483652" r:id="R53e515dbd393498f"/>
    <p:sldLayoutId xmlns:r="http://schemas.openxmlformats.org/officeDocument/2006/relationships" id="2147483653" r:id="R9901555b092345bf"/>
    <p:sldLayoutId xmlns:r="http://schemas.openxmlformats.org/officeDocument/2006/relationships" id="2147483654" r:id="R819d24c525da4979"/>
    <p:sldLayoutId xmlns:r="http://schemas.openxmlformats.org/officeDocument/2006/relationships" id="2147483655" r:id="Reff436cca1c64379"/>
    <p:sldLayoutId xmlns:r="http://schemas.openxmlformats.org/officeDocument/2006/relationships" id="2147483656" r:id="Rc097797cecb7411e"/>
    <p:sldLayoutId xmlns:r="http://schemas.openxmlformats.org/officeDocument/2006/relationships" id="2147483657" r:id="Ra1394f5a09254d1b"/>
    <p:sldLayoutId xmlns:r="http://schemas.openxmlformats.org/officeDocument/2006/relationships" id="2147483658" r:id="R0a9e5865a3f14da4"/>
    <p:sldLayoutId xmlns:r="http://schemas.openxmlformats.org/officeDocument/2006/relationships" id="2147483659" r:id="R9ba2fee349434e32"/>
    <p:sldLayoutId xmlns:r="http://schemas.openxmlformats.org/officeDocument/2006/relationships" id="2147483660" r:id="Ra3dd9aeabb924fe0"/>
    <p:sldLayoutId xmlns:r="http://schemas.openxmlformats.org/officeDocument/2006/relationships" id="2147483661" r:id="Rd96ac7b0ac48423a"/>
    <p:sldLayoutId xmlns:r="http://schemas.openxmlformats.org/officeDocument/2006/relationships" id="2147483662" r:id="R78cfaccb6ba04f0c"/>
    <p:sldLayoutId xmlns:r="http://schemas.openxmlformats.org/officeDocument/2006/relationships" id="2147483663" r:id="Rc184b02a8286400e"/>
    <p:sldLayoutId xmlns:r="http://schemas.openxmlformats.org/officeDocument/2006/relationships" id="2147483664" r:id="Rf8eb0f3c3e704921"/>
    <p:sldLayoutId xmlns:r="http://schemas.openxmlformats.org/officeDocument/2006/relationships" id="2147483665" r:id="Read21508ec5c4964"/>
    <p:sldLayoutId xmlns:r="http://schemas.openxmlformats.org/officeDocument/2006/relationships" id="2147483666" r:id="Rd0e25b016f1d42b0"/>
    <p:sldLayoutId xmlns:r="http://schemas.openxmlformats.org/officeDocument/2006/relationships" id="2147483667" r:id="Rc516b972c91241fc"/>
    <p:sldLayoutId xmlns:r="http://schemas.openxmlformats.org/officeDocument/2006/relationships" id="2147483668" r:id="Rac63d0b5033f4b27"/>
    <p:sldLayoutId xmlns:r="http://schemas.openxmlformats.org/officeDocument/2006/relationships" id="2147483669" r:id="R3423f1f263d441f5"/>
    <p:sldLayoutId xmlns:r="http://schemas.openxmlformats.org/officeDocument/2006/relationships" id="2147483670" r:id="Rcbc9c0526a474f4e"/>
    <p:sldLayoutId xmlns:r="http://schemas.openxmlformats.org/officeDocument/2006/relationships" id="2147483671" r:id="Rb1c2b0664e6c4f10"/>
  </p:sldLayoutIdLst>
  <p:hf hdr="0" ftr="0" dt="0"/>
  <p:txStyles>
    <p:titleStyle>
      <a:lvl1pPr xmlns:a="http://schemas.openxmlformats.org/drawingml/2006/main" algn="l" defTabSz="578755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44688" indent="-144688" algn="l" defTabSz="578755">
        <a:lnSpc>
          <a:spcPct val="90000"/>
        </a:lnSpc>
        <a:spcBef>
          <a:spcPts val="631"/>
        </a:spcBef>
        <a:buFont typeface="Arial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434067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72344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01282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302200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591576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88095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170334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45971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89378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78755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868132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15751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446887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736266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025644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315021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xmlns:a="http://schemas.openxmlformats.org/drawingml/2006/main" val="F26B43"/>
          </p15:clr>
        </p15:guide>
        <p15:guide id="20" orient="horz" pos="482">
          <p15:clr>
            <a:srgbClr xmlns:a="http://schemas.openxmlformats.org/drawingml/2006/main" val="F26B43"/>
          </p15:clr>
        </p15:guide>
        <p15:guide id="21" pos="218">
          <p15:clr>
            <a:srgbClr xmlns:a="http://schemas.openxmlformats.org/drawingml/2006/main" val="F26B43"/>
          </p15:clr>
        </p15:guide>
        <p15:guide id="22" pos="7469">
          <p15:clr>
            <a:srgbClr xmlns:a="http://schemas.openxmlformats.org/drawingml/2006/main" val="F26B43"/>
          </p15:clr>
        </p15:guide>
        <p15:guide id="23" orient="horz" pos="249">
          <p15:clr>
            <a:srgbClr xmlns:a="http://schemas.openxmlformats.org/drawingml/2006/main" val="F26B43"/>
          </p15:clr>
        </p15:guide>
        <p15:guide id="24" orient="horz" pos="4042">
          <p15:clr>
            <a:srgbClr xmlns:a="http://schemas.openxmlformats.org/drawingml/2006/main" val="F26B43"/>
          </p15:clr>
        </p15:guide>
        <p15:guide id="25" orient="horz" pos="3906">
          <p15:clr>
            <a:srgbClr xmlns:a="http://schemas.openxmlformats.org/drawingml/2006/main" val="F26B43"/>
          </p15:clr>
        </p15:guide>
        <p15:guide id="26" orient="horz" pos="640">
          <p15:clr>
            <a:srgbClr xmlns:a="http://schemas.openxmlformats.org/drawingml/2006/main" val="F26B43"/>
          </p15:clr>
        </p15:guide>
        <p15:guide id="27" pos="3840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65c46f21634b32" /><Relationship Type="http://schemas.openxmlformats.org/officeDocument/2006/relationships/image" Target="/ppt/media/image3.png" Id="Rb9b1887d06c54049" /><Relationship Type="http://schemas.openxmlformats.org/officeDocument/2006/relationships/notesSlide" Target="/ppt/notesSlides/notesSlide1.xml" Id="R1d04a1c1dd9044c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5e71b1d12a422c" /><Relationship Type="http://schemas.openxmlformats.org/officeDocument/2006/relationships/image" Target="/ppt/media/image4.png" Id="Ra0a0dc471d2e4057" /><Relationship Type="http://schemas.openxmlformats.org/officeDocument/2006/relationships/image" Target="/ppt/media/image5.png" Id="Rd23f6c2884e6476d" /><Relationship Type="http://schemas.openxmlformats.org/officeDocument/2006/relationships/notesSlide" Target="/ppt/notesSlides/notesSlide2.xml" Id="R986a85c2b01942c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dfcda09691f4699" /><Relationship Type="http://schemas.openxmlformats.org/officeDocument/2006/relationships/image" Target="/ppt/media/image.png" Id="Rce18ecb155194165" /><Relationship Type="http://schemas.openxmlformats.org/officeDocument/2006/relationships/image" Target="/ppt/media/image6.png" Id="Rad34cb3ced0e49d7" /><Relationship Type="http://schemas.openxmlformats.org/officeDocument/2006/relationships/image" Target="/ppt/media/image7.png" Id="Rd67f57fd4f304ecd" /><Relationship Type="http://schemas.openxmlformats.org/officeDocument/2006/relationships/image" Target="/ppt/media/image8.png" Id="R8f45299dd34e4f9f" /><Relationship Type="http://schemas.openxmlformats.org/officeDocument/2006/relationships/notesSlide" Target="/ppt/notesSlides/notesSlide3.xml" Id="R02a52a0c2c224c8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82f3e00c31e4551" /><Relationship Type="http://schemas.openxmlformats.org/officeDocument/2006/relationships/image" Target="/ppt/media/image9.png" Id="Rb3dd853109b44511" /><Relationship Type="http://schemas.openxmlformats.org/officeDocument/2006/relationships/notesSlide" Target="/ppt/notesSlides/notesSlide4.xml" Id="R6e4c250b3af940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6e1416c6634e419e" /><Relationship Type="http://schemas.openxmlformats.org/officeDocument/2006/relationships/image" Target="/ppt/media/image.png" Id="Rf1f7585ec6fe4786" /><Relationship Type="http://schemas.openxmlformats.org/officeDocument/2006/relationships/notesSlide" Target="/ppt/notesSlides/notesSlide5.xml" Id="Ra6f1c26a2e86419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b45e2e65a59b42a3" /><Relationship Type="http://schemas.openxmlformats.org/officeDocument/2006/relationships/image" Target="/ppt/media/image.png" Id="Rf93cd39905884e2c" /><Relationship Type="http://schemas.openxmlformats.org/officeDocument/2006/relationships/notesSlide" Target="/ppt/notesSlides/notesSlide6.xml" Id="Raafe5f36bec3410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8ddce8905ca645fa" /><Relationship Type="http://schemas.openxmlformats.org/officeDocument/2006/relationships/image" Target="/ppt/media/image.png" Id="Ra84aa22fd3c64748" /><Relationship Type="http://schemas.openxmlformats.org/officeDocument/2006/relationships/image" Target="/ppt/media/image10.png" Id="R7832122e37914393" /><Relationship Type="http://schemas.openxmlformats.org/officeDocument/2006/relationships/notesSlide" Target="/ppt/notesSlides/notesSlide7.xml" Id="R501eb742d0584cb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bb59561855ef45df" /><Relationship Type="http://schemas.openxmlformats.org/officeDocument/2006/relationships/image" Target="/ppt/media/image9.png" Id="Rf5fb40ad164247a4" /><Relationship Type="http://schemas.openxmlformats.org/officeDocument/2006/relationships/image" Target="/ppt/media/image11.png" Id="R77c76783d1e64827" /><Relationship Type="http://schemas.openxmlformats.org/officeDocument/2006/relationships/image" Target="/ppt/media/image12.png" Id="R27a9f742918e4eca" /><Relationship Type="http://schemas.openxmlformats.org/officeDocument/2006/relationships/image" Target="/ppt/media/image13.png" Id="Rcc23ef51ca9b4171" /><Relationship Type="http://schemas.openxmlformats.org/officeDocument/2006/relationships/notesSlide" Target="/ppt/notesSlides/notesSlide8.xml" Id="R68b04377e25940f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147fa42c41fd4a3b" /><Relationship Type="http://schemas.openxmlformats.org/officeDocument/2006/relationships/image" Target="/ppt/media/image4.png" Id="Rddeed6d704694275" /><Relationship Type="http://schemas.openxmlformats.org/officeDocument/2006/relationships/notesSlide" Target="/ppt/notesSlides/notesSlide9.xml" Id="R4b8f65f88f03412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3ad70d754a044b9f" /><Relationship Type="http://schemas.openxmlformats.org/officeDocument/2006/relationships/image" Target="/ppt/media/image4.png" Id="R110457d684744333" /><Relationship Type="http://schemas.openxmlformats.org/officeDocument/2006/relationships/notesSlide" Target="/ppt/notesSlides/notesSlide10.xml" Id="R60da64404e9445f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9.xml" Id="R3987253c43914bee" /><Relationship Type="http://schemas.openxmlformats.org/officeDocument/2006/relationships/image" Target="/ppt/media/image4.png" Id="Rea30c011966c4e5e" /><Relationship Type="http://schemas.openxmlformats.org/officeDocument/2006/relationships/image" Target="/ppt/media/image14.png" Id="R9a7791d32b6a4555" /><Relationship Type="http://schemas.openxmlformats.org/officeDocument/2006/relationships/image" Target="/ppt/media/image15.png" Id="Rb8027ab5ea9847cf" /><Relationship Type="http://schemas.openxmlformats.org/officeDocument/2006/relationships/notesSlide" Target="/ppt/notesSlides/notesSlide11.xml" Id="R323bd78bd2914f6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064284e90e6b43af" /><Relationship Type="http://schemas.openxmlformats.org/officeDocument/2006/relationships/image" Target="/ppt/media/image.png" Id="R11a1a81f69e34117" /><Relationship Type="http://schemas.openxmlformats.org/officeDocument/2006/relationships/notesSlide" Target="/ppt/notesSlides/notesSlide12.xml" Id="R7fab2db1d1fc485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" y="3894513"/>
            <a:ext cx="6271845" cy="170674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68288" indent="0">
              <a:buNone/>
            </a:pPr>
            <a:r>
              <a:rPr sz="4800"/>
              <a:t>Elades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0" y="5659501"/>
            <a:ext cx="8930641" cy="757174"/>
          </a:xfrm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indent="268288">
              <a:buNone/>
            </a:pPr>
            <a:r>
              <a:t>Сервис моделирования трасс подключения к тепловым сетям</a:t>
            </a:r>
          </a:p>
          <a:p xmlns:a="http://schemas.openxmlformats.org/drawingml/2006/main">
            <a:pPr indent="268288">
              <a:buNone/>
            </a:pPr>
            <a:r>
              <a:t>ЛЦТ 2026 · задача 2</a:t>
            </a: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6709" y="-313993"/>
            <a:ext cx="6125156" cy="2285622"/>
          </a:xfrm>
          <a:prstGeom xmlns:a="http://schemas.openxmlformats.org/drawingml/2006/main" prst="roundRect">
            <a:avLst>
              <a:gd name="adj" fmla="val 9821"/>
            </a:avLst>
          </a:prstGeom>
          <a:noFill xmlns:a="http://schemas.openxmlformats.org/drawingml/2006/main"/>
          <a:ln xmlns:a="http://schemas.openxmlformats.org/drawingml/2006/main" w="952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pic>
        <p:nvPicPr>
          <p:cNvPr id="1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b1887d06c540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457200"/>
            <a:ext cx="2668742" cy="82296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a0a0dc471d2e405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71800"/>
            <a:ext cx="6456363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CEE4">
              <a:alpha val="49804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1" name="Рисунок 1"/>
          <p:cNvPicPr>
            <a:picLocks xmlns:a="http://schemas.openxmlformats.org/drawingml/2006/main" noChangeAspect="1"/>
          </p:cNvPicPr>
          <p:nvPr>
            <p:ph type="pic" idx="10"/>
          </p:nvPr>
        </p:nvPicPr>
        <p:blipFill>
          <a:blip xmlns:r="http://schemas.openxmlformats.org/officeDocument/2006/relationships" xmlns:a="http://schemas.openxmlformats.org/drawingml/2006/main" r:embed="Rd23f6c2884e6476d"/>
          <a:srcRect xmlns:a="http://schemas.openxmlformats.org/drawingml/2006/main" l="11" t="0" r="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335267"/>
            <a:ext cx="6456363" cy="2971784"/>
          </a:xfrm>
        </p:spPr>
      </p:pic>
      <p:sp>
        <p:nvSpPr>
          <p:cNvPr id="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2303118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606" y="4876070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</a:pPr>
            <a:r>
              <a:rPr>
                <a:solidFill>
                  <a:schemeClr val="tx1"/>
                </a:solidFill>
              </a:rPr>
              <a:t>Трасса выбирается сразу по итоговому показателю S, а не по длине; потребители объединяются в общую сеть с пересчётом диаметров; результат проверен внешним аудитором — 0 ошибок, трактовки раскрыты в выгрузке.</a:t>
            </a:r>
          </a:p>
        </p:txBody>
      </p:sp>
      <p:sp>
        <p:nvSpPr>
          <p:cNvPr id="1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883009"/>
            <a:ext cx="5629858" cy="23990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Капитан: Зиновьев Сергей Николаевич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Кол-во участников: 3 человека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Краткое описание: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i="1">
                <a:solidFill>
                  <a:schemeClr val="tx1"/>
                </a:solidFill>
              </a:rPr>
              <a:t>Команда лицеистов, которые случайно узнали о конкурсе и решили попробовать себя в новом формате.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i="1">
                <a:solidFill>
                  <a:schemeClr val="tx1"/>
                </a:solidFill>
              </a:rPr>
              <a:t>Место учёбы: Экономический лицей им. Г. В. Плеханова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Город: Москва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48478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19903" y="1039236"/>
            <a:ext cx="3636703" cy="10151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400">
                <a:solidFill>
                  <a:schemeClr val="accent5"/>
                </a:solidFill>
                <a:latin typeface="+mn-lt"/>
                <a:ea typeface="+mn-lt"/>
                <a:cs typeface="+mn-lt"/>
              </a:rPr>
              <a:t>Автотрассировка тепловых сетей</a:t>
            </a:r>
          </a:p>
        </p:txBody>
      </p:sp>
      <p:sp>
        <p:nvSpPr>
          <p:cNvPr id="7" name="Прямая соединительная линия 6">
            <a:extLst xmlns:a="http://schemas.openxmlformats.org/drawingml/2006/main">
              <a:ext uri="{FF2B5EF4-FFF2-40B4-BE49-F238E27FC236}">
                <a16:creationId xmlns:a16="http://schemas.microsoft.com/office/drawing/2014/main" id="{83BB8741-DC45-431C-B968-FF119BE6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774" y="2240031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Прямая соединительная линия 15">
            <a:extLst xmlns:a="http://schemas.openxmlformats.org/drawingml/2006/main">
              <a:ext uri="{FF2B5EF4-FFF2-40B4-BE49-F238E27FC236}">
                <a16:creationId xmlns:a16="http://schemas.microsoft.com/office/drawing/2014/main" id="{434EC69E-F0EF-4054-9EB4-9CBF2F8D0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347" y="4437879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7" name="Прямая соединительная линия 16">
            <a:extLst xmlns:a="http://schemas.openxmlformats.org/drawingml/2006/main">
              <a:ext uri="{FF2B5EF4-FFF2-40B4-BE49-F238E27FC236}">
                <a16:creationId xmlns:a16="http://schemas.microsoft.com/office/drawing/2014/main" id="{6EBA3391-77C0-456C-9B24-02877C2F2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33" y="3448639"/>
            <a:ext cx="5700167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4541737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8027" y="2619903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93574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</a:pPr>
            <a:r>
              <a:rPr>
                <a:solidFill>
                  <a:schemeClr val="tx1"/>
                </a:solidFill>
              </a:rPr>
              <a:t>За один запуск строит варианты новой теплосети: места присоединения, общие ветки, трассы в обход ограничений, расходы, диаметры и стоимость. Результат выдаётся в GeoJSON вместе со списком неподключённых точек.</a:t>
            </a:r>
          </a:p>
        </p:txBody>
      </p:sp>
      <p:sp>
        <p:nvSpPr>
          <p:cNvPr id="10" name="Номер слайда 35">
            <a:extLst xmlns:a="http://schemas.openxmlformats.org/drawingml/2006/main"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11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22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32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43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554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2658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199765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6877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ctr">
              <a:buNone/>
            </a:pPr>
            <a:fld id="{52DCC5B9-D646-4B76-891F-6FF4E74E9CB4}" type="slidenum">
              <a:rPr sz="1200">
                <a:solidFill>
                  <a:schemeClr val="accent5"/>
                </a:solidFill>
              </a:rPr>
              <a:t>8</a:t>
            </a:fld>
            <a:endParaRPr sz="120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e18ecb15519416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Скругленный прямоугольник 55">
            <a:extLst xmlns:a="http://schemas.openxmlformats.org/drawingml/2006/main"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8201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0485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Капитан команды</a:t>
            </a:r>
          </a:p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@Swooish</a:t>
            </a:r>
          </a:p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+7 967 050 3939</a:t>
            </a:r>
          </a:p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Экономический лицей</a:t>
            </a:r>
          </a:p>
        </p:txBody>
      </p:sp>
      <p:sp>
        <p:nvSpPr>
          <p:cNvPr id="5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0484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>Зиновьев Сергей</a:t>
            </a:r>
          </a:p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>Николаевич</a:t>
            </a:r>
          </a:p>
        </p:txBody>
      </p:sp>
      <p:sp>
        <p:nvSpPr>
          <p:cNvPr id="59" name="Скругленный прямоугольник 58">
            <a:extLst xmlns:a="http://schemas.openxmlformats.org/drawingml/2006/main"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3519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5803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Участник команды</a:t>
            </a:r>
          </a:p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@danikkiss</a:t>
            </a:r>
          </a:p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+7 915 696 6833</a:t>
            </a:r>
          </a:p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Экономический лицей</a:t>
            </a:r>
          </a:p>
        </p:txBody>
      </p:sp>
      <p:sp>
        <p:nvSpPr>
          <p:cNvPr id="6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5802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>Овсянников Данила</a:t>
            </a: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2883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bg1"/>
                </a:solidFill>
              </a:rPr>
              <a:t>9</a:t>
            </a:fld>
            <a:endParaRPr>
              <a:solidFill>
                <a:schemeClr val="bg1"/>
              </a:solidFill>
            </a:endParaRPr>
          </a:p>
        </p:txBody>
      </p:sp>
      <p:pic>
        <p:nvPicPr>
          <p:cNvPr id="71" name="Рисунок 1"/>
          <p:cNvPicPr>
            <a:picLocks xmlns:a="http://schemas.openxmlformats.org/drawingml/2006/main" noChangeAspect="1"/>
          </p:cNvPicPr>
          <p:nvPr>
            <p:ph type="pic" idx="4294967295"/>
          </p:nvPr>
        </p:nvPicPr>
        <p:blipFill>
          <a:blip xmlns:r="http://schemas.openxmlformats.org/officeDocument/2006/relationships" xmlns:a="http://schemas.openxmlformats.org/drawingml/2006/main" r:embed="Rad34cb3ced0e49d7"/>
          <a:srcRect xmlns:a="http://schemas.openxmlformats.org/drawingml/2006/main" l="0" t="4925" r="0" b="49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28204" y="1816054"/>
            <a:ext cx="1722566" cy="1552901"/>
          </a:xfrm>
          <a:prstGeom xmlns:a="http://schemas.openxmlformats.org/drawingml/2006/main" prst="rect">
            <a:avLst/>
          </a:prstGeom>
        </p:spPr>
      </p:pic>
      <p:pic>
        <p:nvPicPr>
          <p:cNvPr id="72" name="Рисунок 2"/>
          <p:cNvPicPr>
            <a:picLocks xmlns:a="http://schemas.openxmlformats.org/drawingml/2006/main" noChangeAspect="1"/>
          </p:cNvPicPr>
          <p:nvPr>
            <p:ph type="pic" idx="4294967295"/>
          </p:nvPr>
        </p:nvPicPr>
        <p:blipFill>
          <a:blip xmlns:r="http://schemas.openxmlformats.org/officeDocument/2006/relationships" xmlns:a="http://schemas.openxmlformats.org/drawingml/2006/main" r:embed="Rd67f57fd4f304ecd"/>
          <a:srcRect xmlns:a="http://schemas.openxmlformats.org/drawingml/2006/main" l="0" t="5230" r="0" b="52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33274" y="1826554"/>
            <a:ext cx="1722566" cy="1542401"/>
          </a:xfrm>
          <a:prstGeom xmlns:a="http://schemas.openxmlformats.org/drawingml/2006/main" prst="rect">
            <a:avLst/>
          </a:prstGeom>
        </p:spPr>
      </p:pic>
      <p:pic>
        <p:nvPicPr>
          <p:cNvPr id="73" name="Рисунок 3"/>
          <p:cNvPicPr>
            <a:picLocks xmlns:a="http://schemas.openxmlformats.org/drawingml/2006/main" noChangeAspect="1"/>
          </p:cNvPicPr>
          <p:nvPr>
            <p:ph type="pic" idx="4294967295"/>
          </p:nvPr>
        </p:nvPicPr>
        <p:blipFill>
          <a:blip xmlns:r="http://schemas.openxmlformats.org/officeDocument/2006/relationships" xmlns:a="http://schemas.openxmlformats.org/drawingml/2006/main" r:embed="R8f45299dd34e4f9f"/>
          <a:srcRect xmlns:a="http://schemas.openxmlformats.org/drawingml/2006/main" l="0" t="4727" r="0" b="47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38591" y="1809238"/>
            <a:ext cx="1722567" cy="1559717"/>
          </a:xfrm>
          <a:prstGeom xmlns:a="http://schemas.openxmlformats.org/drawingml/2006/main" prst="rect">
            <a:avLst/>
          </a:prstGeom>
        </p:spPr>
      </p:pic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835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КОМАНДА</a:t>
            </a: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2865167" y="4250028"/>
            <a:ext cx="1894354" cy="1624612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Участник команды</a:t>
            </a:r>
          </a:p>
          <a:p xmlns:a="http://schemas.openxmlformats.org/drawingml/2006/main"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@waresar_13</a:t>
            </a:r>
          </a:p>
          <a:p xmlns:a="http://schemas.openxmlformats.org/drawingml/2006/main"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+7 926 780 3792</a:t>
            </a:r>
          </a:p>
          <a:p xmlns:a="http://schemas.openxmlformats.org/drawingml/2006/main"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200">
                <a:solidFill>
                  <a:schemeClr val="tx1"/>
                </a:solidFill>
              </a:rPr>
              <a:t>Экономический лицей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5166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5"/>
                </a:solidFill>
              </a:rPr>
              <a:t>Клыков Андрей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3dd853109b4451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accent5"/>
                </a:solidFill>
              </a:rPr>
              <a:t>10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784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О КОМАНДЕ И ПРОЦЕССЕ</a:t>
            </a:r>
          </a:p>
        </p:txBody>
      </p:sp>
      <p:sp>
        <p:nvSpPr>
          <p:cNvPr id="3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33607" y="1602273"/>
            <a:ext cx="10241280" cy="93426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>
                <a:solidFill>
                  <a:schemeClr val="tx1"/>
                </a:solidFill>
              </a:rPr>
              <a:t>Мы познакомились в лицее. Все трое участвуем в жизни лицея, ходим на конкурсы, мероприятия и олимпиады. Нам интересно разбираться в новых моделях искусственного интеллекта и пробовать их в работе.</a:t>
            </a:r>
          </a:p>
        </p:txBody>
      </p:sp>
      <p:sp>
        <p:nvSpPr>
          <p:cNvPr id="3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127964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5139255"/>
            <a:ext cx="10241280" cy="105536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>
                <a:solidFill>
                  <a:schemeClr val="tx1"/>
                </a:solidFill>
              </a:rPr>
              <a:t>Сложнее всего было разобраться в большом ТЗ, проложить трассы с учётом всех ограничений и проверить расчёты. Мы сделали отдельную проверку результата. Для спорного правила о выходе из здания сохранили два режима и прямо показали, чем они отличаются.</a:t>
            </a:r>
          </a:p>
        </p:txBody>
      </p:sp>
      <p:sp>
        <p:nvSpPr>
          <p:cNvPr id="4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8" y="4571473"/>
            <a:ext cx="6438692" cy="6290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b="1">
                <a:solidFill>
                  <a:schemeClr val="accent5"/>
                </a:solidFill>
              </a:rPr>
            </a:br>
            <a:r>
              <a:rPr b="1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3429000"/>
            <a:ext cx="10241280" cy="107852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>
                <a:solidFill>
                  <a:schemeClr val="tx1"/>
                </a:solidFill>
              </a:rPr>
              <a:t>Выбрали эту тему из-за конкуренции и потому, что нам было интересно поработать с городской инфраструктурой, картами и алгоритмами. До этого мы не делали проект в таком формате.</a:t>
            </a:r>
          </a:p>
        </p:txBody>
      </p:sp>
      <p:sp>
        <p:nvSpPr>
          <p:cNvPr id="4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2900091"/>
            <a:ext cx="5629858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b="1">
                <a:solidFill>
                  <a:schemeClr val="accent5"/>
                </a:solidFill>
              </a:rPr>
            </a:br>
            <a:r>
              <a:rPr b="1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sp>
        <p:nvSpPr>
          <p:cNvPr id="5" name="Прямая соединительная линия 4">
            <a:extLst xmlns:a="http://schemas.openxmlformats.org/drawingml/2006/main">
              <a:ext uri="{FF2B5EF4-FFF2-40B4-BE49-F238E27FC236}">
                <a16:creationId xmlns:a16="http://schemas.microsoft.com/office/drawing/2014/main" id="{AD41F26C-260F-4CD5-A6BC-46E46D36C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2745691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Прямая соединительная линия 5">
            <a:extLst xmlns:a="http://schemas.openxmlformats.org/drawingml/2006/main">
              <a:ext uri="{FF2B5EF4-FFF2-40B4-BE49-F238E27FC236}">
                <a16:creationId xmlns:a16="http://schemas.microsoft.com/office/drawing/2014/main" id="{7D9987D3-2101-4897-A8B2-74F1707E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4407066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Прямая соединительная линия 7">
            <a:extLst xmlns:a="http://schemas.openxmlformats.org/drawingml/2006/main">
              <a:ext uri="{FF2B5EF4-FFF2-40B4-BE49-F238E27FC236}">
                <a16:creationId xmlns:a16="http://schemas.microsoft.com/office/drawing/2014/main" id="{1B0E421A-8DCE-4F5B-86C7-1BEDED939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110074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1279645"/>
            <a:ext cx="956838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buNone/>
            </a:pPr>
            <a:r>
              <a:rPr b="1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2900091"/>
            <a:ext cx="930595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4571473"/>
            <a:ext cx="930596" cy="56778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1f7585ec6fe478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750912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774" y="1211284"/>
            <a:ext cx="5440313" cy="4989492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211284"/>
            <a:ext cx="5440313" cy="4989492"/>
          </a:xfrm>
          <a:prstGeom xmlns:a="http://schemas.openxmlformats.org/drawingml/2006/main" prst="roundRect">
            <a:avLst>
              <a:gd name="adj" fmla="val 340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bg1"/>
                </a:solidFill>
              </a:rPr>
              <a:t>11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589493" y="1920927"/>
            <a:ext cx="4929861" cy="386858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chemeClr val="tx1"/>
                </a:solidFill>
              </a:rPr>
              <a:t>Java 11, Spring Boot 2.6.3, PostgreSQL, docker-compose 1.29.2, Swagger</a:t>
            </a:r>
          </a:p>
          <a:p xmlns:a="http://schemas.openxmlformats.org/drawingml/2006/main">
            <a:r>
              <a:rPr sz="1400">
                <a:solidFill>
                  <a:schemeClr val="tx1"/>
                </a:solidFill>
              </a:rPr>
              <a:t>Потоковая загрузка и чтение GeoJSON: файл 3,0 ГБ — 6 мин, 626 МБ памяти; расчёты в EPSG:32637</a:t>
            </a:r>
          </a:p>
          <a:p xmlns:a="http://schemas.openxmlformats.org/drawingml/2006/main">
            <a:r>
              <a:rPr sz="1400">
                <a:solidFill>
                  <a:schemeClr val="tx1"/>
                </a:solidFill>
              </a:rPr>
              <a:t>Граф видимости + A*: поворот ≤ 90° в вершинах и камерах, цена ребра — вклад в показатель S</a:t>
            </a:r>
          </a:p>
          <a:p xmlns:a="http://schemas.openxmlformats.org/drawingml/2006/main">
            <a:r>
              <a:rPr sz="1400">
                <a:solidFill>
                  <a:schemeClr val="tx1"/>
                </a:solidFill>
              </a:rPr>
              <a:t>Присоединение к существующей сети через камеру или ответвление от уже построенной новой сети; пересчёт расходов и ДУ</a:t>
            </a:r>
          </a:p>
          <a:p xmlns:a="http://schemas.openxmlformats.org/drawingml/2006/main">
            <a:r>
              <a:rPr sz="1400">
                <a:solidFill>
                  <a:schemeClr val="tx1"/>
                </a:solidFill>
              </a:rPr>
              <a:t>Все ограничения таблицы 2, спецпроходы с Kспец</a:t>
            </a:r>
          </a:p>
          <a:p xmlns:a="http://schemas.openxmlformats.org/drawingml/2006/main">
            <a:r>
              <a:rPr sz="1400">
                <a:solidFill>
                  <a:schemeClr val="tx1"/>
                </a:solidFill>
              </a:rPr>
              <a:t>Проверка: внешний аудитор и отдельный валидатор; 49 входов, включая враждебные</a:t>
            </a: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6513513" y="1920927"/>
            <a:ext cx="4957144" cy="387644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chemeClr val="tx1"/>
                </a:solidFill>
              </a:rPr>
              <a:t>Заменяет ручной перебор мест врезки и трасс автоматическим расчётом</a:t>
            </a:r>
          </a:p>
          <a:p xmlns:a="http://schemas.openxmlformats.org/drawingml/2006/main">
            <a:r>
              <a:rPr sz="1400">
                <a:solidFill>
                  <a:schemeClr val="tx1"/>
                </a:solidFill>
              </a:rPr>
              <a:t>Сравнение вариантов по стоимости и длине — прозрачное обоснование решения</a:t>
            </a:r>
          </a:p>
          <a:p xmlns:a="http://schemas.openxmlformats.org/drawingml/2006/main">
            <a:r>
              <a:rPr sz="1400">
                <a:solidFill>
                  <a:schemeClr val="tx1"/>
                </a:solidFill>
              </a:rPr>
              <a:t>Реализовано по техприложению ред. 18.09; реконструкция существующей сети в актуальной модели не выполняется (§2.4, разъяснение №14)</a:t>
            </a: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56851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КОРОТКО О РЕШЕНИИ</a:t>
            </a: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78063" y="1476583"/>
            <a:ext cx="4929861" cy="55514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6513513" y="1476583"/>
            <a:ext cx="5214724" cy="56151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>
                <a:solidFill>
                  <a:schemeClr val="accent5"/>
                </a:solidFill>
              </a:rPr>
              <a:t>Маркетинговая суть решения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endParaRPr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93cd39905884e2c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425" y="1522006"/>
            <a:ext cx="2672801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774" y="1522006"/>
            <a:ext cx="2672801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 xmlns:a="http://schemas.openxmlformats.org/drawingml/2006/main"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3123" y="1522006"/>
            <a:ext cx="2672801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522006"/>
            <a:ext cx="2672801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bg1"/>
                </a:solidFill>
              </a:rPr>
              <a:t>16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520913" y="2331720"/>
            <a:ext cx="2284071" cy="8229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F92571"/>
                </a:solidFill>
              </a:rPr>
              <a:t>14 из 17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520913" y="3291840"/>
            <a:ext cx="2284071" cy="26517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chemeClr val="tx1"/>
                </a:solidFill>
              </a:rPr>
              <a:t>точек подключения конкурсного набора подключены (v1); трактовка §2.2 для точек 2, 5, 10 — на слайде 7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3457903" y="2331720"/>
            <a:ext cx="2337416" cy="8229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F92571"/>
                </a:solidFill>
              </a:rPr>
              <a:t>S = 20,59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3457903" y="3291840"/>
            <a:ext cx="2337416" cy="26517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chemeClr val="tx1"/>
                </a:solidFill>
              </a:rPr>
              <a:t>итоговый показатель лучшего варианта: 1 554 м сети, 568,9 млн ₽</a:t>
            </a: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6456363" y="2331720"/>
            <a:ext cx="2268537" cy="8229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F92571"/>
                </a:solidFill>
              </a:rPr>
              <a:t>0 ошибок</a:t>
            </a: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6456363" y="3291840"/>
            <a:ext cx="2268537" cy="26517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chemeClr val="tx1"/>
                </a:solidFill>
              </a:rPr>
              <a:t>внешний аудитор правил и отдельный валидатор; 49 входов, включая враждебные, — все расчёты завершены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xmlns:a="http://schemas.openxmlformats.org/drawingml/2006/main" noGrp="1"/>
          </p:cNvSpPr>
          <p:nvPr>
            <p:ph type="body" idx="43"/>
          </p:nvPr>
        </p:nvSpPr>
        <p:spPr>
          <a:xfrm xmlns:a="http://schemas.openxmlformats.org/drawingml/2006/main">
            <a:off x="9407534" y="2331720"/>
            <a:ext cx="2263553" cy="8229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F92571"/>
                </a:solidFill>
              </a:rPr>
              <a:t>3 ГБ</a:t>
            </a: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xmlns:a="http://schemas.openxmlformats.org/drawingml/2006/main" noGrp="1"/>
          </p:cNvSpPr>
          <p:nvPr>
            <p:ph type="body" idx="44"/>
          </p:nvPr>
        </p:nvSpPr>
        <p:spPr>
          <a:xfrm xmlns:a="http://schemas.openxmlformats.org/drawingml/2006/main">
            <a:off x="9407534" y="3291840"/>
            <a:ext cx="2263553" cy="26517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chemeClr val="tx1"/>
                </a:solidFill>
              </a:rPr>
              <a:t>файл 3,0 ГБ — 6 мин, 626 МБ памяти; 50 клиентов одновременно — 550 из 550 запросов</a:t>
            </a: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РЕЗУЛЬТАТЫ</a:t>
            </a: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20913" y="1772416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3449944" y="1766200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6456363" y="1766043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 xmlns:a="http://schemas.openxmlformats.org/drawingml/2006/main"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xmlns:a="http://schemas.openxmlformats.org/drawingml/2006/main" noGrp="1"/>
          </p:cNvSpPr>
          <p:nvPr>
            <p:ph type="body" idx="52"/>
          </p:nvPr>
        </p:nvSpPr>
        <p:spPr>
          <a:xfrm xmlns:a="http://schemas.openxmlformats.org/drawingml/2006/main">
            <a:off x="9407534" y="1772416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a84aa22fd3c6474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170" y="1304256"/>
            <a:ext cx="11541659" cy="5052102"/>
          </a:xfrm>
          <a:prstGeom xmlns:a="http://schemas.openxmlformats.org/drawingml/2006/main" prst="roundRect">
            <a:avLst>
              <a:gd name="adj" fmla="val 6926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bg1"/>
                </a:solidFill>
              </a:rPr>
              <a:t>13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33104" y="414049"/>
            <a:ext cx="5994696" cy="55206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3600">
                <a:solidFill>
                  <a:schemeClr val="bg1"/>
                </a:solidFill>
              </a:rPr>
              <a:t>СЕТЬ ВАРИАНТА V1</a:t>
            </a:r>
          </a:p>
        </p:txBody>
      </p:sp>
      <p:pic>
        <p:nvPicPr>
          <p:cNvPr id="28" name="Picture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32122e379143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8640" y="1508760"/>
            <a:ext cx="6359236" cy="4663440"/>
          </a:xfrm>
          <a:prstGeom xmlns:a="http://schemas.openxmlformats.org/drawingml/2006/main" prst="rect">
            <a:avLst/>
          </a:prstGeom>
        </p:spPr>
      </p:pic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FE8A487B-508C-44B4-8D45-FBCBB9C63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600200"/>
            <a:ext cx="4572000" cy="2042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200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Строгий режим: 14 из 17 целей. Неподключённые точки: 2, 5 и 10.</a:t>
            </a:r>
          </a:p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200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4 присоединения к существующей сети, 10 камер разветвления.</a:t>
            </a:r>
          </a:p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200" b="1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1 554 м · 568,9 млн ₽ · S = 20,59.</a:t>
            </a:r>
          </a:p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200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Для точек 2, 5 и 10 ближайший выход из контура закрыт геометрией здания. В строгом режиме они остаются неподключёнными; отдельный альтернативный режим использует другой свободный выход.</a:t>
            </a:r>
          </a:p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200" b="0">
                <a:solidFill>
                  <a:srgbClr val="310F53"/>
                </a:solidFill>
                <a:latin typeface="Montserrat"/>
                <a:ea typeface="Montserrat"/>
                <a:cs typeface="Montserrat"/>
              </a:rPr>
              <a:t>Новая сеть показана розовым, существующая — тёмным.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5fb40ad164247a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accent5"/>
                </a:solidFill>
              </a:rPr>
              <a:t>17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>
                <a:solidFill>
                  <a:srgbClr val="F92571"/>
                </a:solidFill>
              </a:rPr>
              <a:t>Совместная сеть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5212080"/>
            <a:ext cx="2965633" cy="9144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1"/>
                </a:solidFill>
              </a:rPr>
              <a:t>4 присоединения · 14/17 · 1 554 м · 568,9 млн ₽ · S 20,59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>
                <a:solidFill>
                  <a:srgbClr val="F92571"/>
                </a:solidFill>
              </a:rPr>
              <a:t>Одно присоединение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5212080"/>
            <a:ext cx="3034896" cy="9144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1"/>
                </a:solidFill>
              </a:rPr>
              <a:t>спецпроход через существующую сеть · 14/17 · 1 806 м · 595,4 млн ₽ · S 22,09</a:t>
            </a: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>
                <a:solidFill>
                  <a:srgbClr val="F92571"/>
                </a:solidFill>
              </a:rPr>
              <a:t>Альтернативная трактовка</a:t>
            </a: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5212080"/>
            <a:ext cx="2945464" cy="9144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1"/>
                </a:solidFill>
              </a:rPr>
              <a:t>alternative · 17/17 · 1 825 м · 271,5 млн ₽ · S 13,08</a:t>
            </a: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chemeClr val="accent5"/>
                </a:solidFill>
              </a:rPr>
              <a:t>СРАВНЕНИЕ ВАРИАНТОВ</a:t>
            </a: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4400" b="1">
                <a:solidFill>
                  <a:schemeClr val="accent5"/>
                </a:solidFill>
              </a:rPr>
              <a:t>V1</a:t>
            </a: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4400" b="1">
                <a:solidFill>
                  <a:schemeClr val="accent5"/>
                </a:solidFill>
              </a:rPr>
              <a:t>V2</a:t>
            </a: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4400" b="1">
                <a:solidFill>
                  <a:schemeClr val="accent5"/>
                </a:solidFill>
              </a:rPr>
              <a:t>ALT</a:t>
            </a:r>
          </a:p>
        </p:txBody>
      </p:sp>
      <p:pic>
        <p:nvPicPr>
          <p:cNvPr id="39" name="Picture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c76783d1e648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811" y="3017520"/>
            <a:ext cx="2926080" cy="2148840"/>
          </a:xfrm>
          <a:prstGeom xmlns:a="http://schemas.openxmlformats.org/drawingml/2006/main" prst="rect">
            <a:avLst/>
          </a:prstGeom>
        </p:spPr>
      </p:pic>
      <p:pic>
        <p:nvPicPr>
          <p:cNvPr id="40" name="Picture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a9f742918e4e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54296" y="3017520"/>
            <a:ext cx="2926080" cy="2148840"/>
          </a:xfrm>
          <a:prstGeom xmlns:a="http://schemas.openxmlformats.org/drawingml/2006/main" prst="rect">
            <a:avLst/>
          </a:prstGeom>
        </p:spPr>
      </p:pic>
      <p:pic>
        <p:nvPicPr>
          <p:cNvPr id="41" name="Picture 2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23ef51ca9b41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26780" y="3017520"/>
            <a:ext cx="2926080" cy="214884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deed6d70469427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5852160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1366423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2377094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3387765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4398436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5409107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366423"/>
            <a:ext cx="5389562" cy="4834352"/>
          </a:xfrm>
          <a:prstGeom xmlns:a="http://schemas.openxmlformats.org/drawingml/2006/main" prst="roundRect">
            <a:avLst>
              <a:gd name="adj" fmla="val 291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623887" y="1732103"/>
            <a:ext cx="4734175" cy="41393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chemeClr val="tx1"/>
                </a:solidFill>
              </a:rPr>
              <a:t>S = 0,7 · C / 25 млн ₽ + 0,3 · L / 100 м</a:t>
            </a:r>
          </a:p>
          <a:p xmlns:a="http://schemas.openxmlformats.org/drawingml/2006/main">
            <a:pPr algn="l">
              <a:buNone/>
            </a:pPr>
            <a:r>
              <a:rPr sz="1400" b="0">
                <a:solidFill>
                  <a:schemeClr val="tx1"/>
                </a:solidFill>
              </a:rPr>
              <a:t>Техприложение §6; меньше — лучше</a:t>
            </a:r>
          </a:p>
          <a:p xmlns:a="http://schemas.openxmlformats.org/drawingml/2006/main">
            <a:pPr algn="l">
              <a:buNone/>
            </a:pPr>
            <a:r>
              <a:rPr sz="1400" b="0">
                <a:solidFill>
                  <a:schemeClr val="tx1"/>
                </a:solidFill>
              </a:rPr>
              <a:t>strict v1: 15,93 + 4,66 = 20,59</a:t>
            </a:r>
          </a:p>
          <a:p xmlns:a="http://schemas.openxmlformats.org/drawingml/2006/main">
            <a:pPr algn="l">
              <a:buNone/>
            </a:pPr>
            <a:r>
              <a:rPr sz="1400" b="0">
                <a:solidFill>
                  <a:schemeClr val="tx1"/>
                </a:solidFill>
              </a:rPr>
              <a:t>strict v2: 16,67 + 5,42 = 22,09</a:t>
            </a:r>
          </a:p>
          <a:p xmlns:a="http://schemas.openxmlformats.org/drawingml/2006/main">
            <a:pPr algn="l">
              <a:buNone/>
            </a:pPr>
            <a:r>
              <a:rPr sz="1400" b="0">
                <a:solidFill>
                  <a:schemeClr val="tx1"/>
                </a:solidFill>
              </a:rPr>
              <a:t>Четыре присоединения выгоднее одного: v2 длиннее на 254 м и дороже на 18,2 млн ₽</a:t>
            </a:r>
          </a:p>
          <a:p xmlns:a="http://schemas.openxmlformats.org/drawingml/2006/main">
            <a:pPr algn="l">
              <a:buNone/>
            </a:pPr>
            <a:r>
              <a:rPr sz="1400" b="0">
                <a:solidFill>
                  <a:schemeClr val="tx1"/>
                </a:solidFill>
              </a:rPr>
              <a:t>Предельная длина (§2.3): наибольшая загрузка — 28 % (ДУ 65: 69 м из 245 м)</a:t>
            </a:r>
          </a:p>
          <a:p xmlns:a="http://schemas.openxmlformats.org/drawingml/2006/main">
            <a:pPr algn="l">
              <a:buNone/>
            </a:pPr>
            <a:r>
              <a:rPr sz="1400" b="0">
                <a:solidFill>
                  <a:schemeClr val="tx1"/>
                </a:solidFill>
              </a:rPr>
              <a:t>Поворот ≤ 90° — в каждой вершине трассы и в каждой камере разветвления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172730" y="1445505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1"/>
                </a:solidFill>
              </a:rPr>
              <a:t>Ограничения набора: ОКС (85), вода (2), ж/д (1) — обход с отступом по таблице 2 (у ОКС 5 м + ½ ширины пары труб)</a:t>
            </a: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172730" y="247287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1"/>
                </a:solidFill>
              </a:rPr>
              <a:t>Спецпроход на наборе: v2 пересекает существующую сеть 128 (Kспец 1,05, технические узлы). Дорога, трамвай, газ, кабель — 15 сценариев</a:t>
            </a: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172730" y="348592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1"/>
                </a:solidFill>
              </a:rPr>
              <a:t>Нет маршрута → частичный результат, id в unconnected_oks_ids, штраф и причина; точки с битыми данными тоже не теряются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172730" y="4496593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1"/>
                </a:solidFill>
              </a:rPr>
              <a:t>Реконструкция существующей сети по приложению ред. 18.09 не выполняется; справочно: добавленный расход — до 52 % пропускной способности</a:t>
            </a: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172730" y="5516924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1"/>
                </a:solidFill>
              </a:rPr>
              <a:t>Границы: 2D (глубина необязательна), эвристика без гарантии оптимума, все трактовки раскрыты в выгрузке и интерфейсе</a:t>
            </a:r>
          </a:p>
        </p:txBody>
      </p:sp>
      <p:sp>
        <p:nvSpPr>
          <p:cNvPr id="10" name="Номер слайда 9">
            <a:extLst xmlns:a="http://schemas.openxmlformats.org/drawingml/2006/main"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33200" y="6356350"/>
            <a:ext cx="5588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accent5"/>
                </a:solidFill>
              </a:rPr>
              <a:t>20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РАНЖИРОВАНИЕ И ОГРАНИЧЕНИЯ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110457d68474433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 xmlns:a="http://schemas.openxmlformats.org/drawingml/2006/main"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accent5"/>
                </a:solidFill>
              </a:rPr>
              <a:t>25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b="1">
                <a:solidFill>
                  <a:schemeClr val="accent5"/>
                </a:solidFill>
              </a:rPr>
              <a:t>1. Чтение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>
                <a:solidFill>
                  <a:schemeClr val="tx1"/>
                </a:solidFill>
              </a:rPr>
              <a:t>GeoJSON потоком в два прохода, EPSG:32637, окна поиска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b="1">
                <a:solidFill>
                  <a:schemeClr val="accent5"/>
                </a:solidFill>
              </a:rPr>
              <a:t>3. Трасса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>
                <a:solidFill>
                  <a:schemeClr val="tx1"/>
                </a:solidFill>
              </a:rPr>
              <a:t>A* по графу видимости: поворот ≤ 90°, цена — вклад в S</a:t>
            </a: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b="1">
                <a:solidFill>
                  <a:schemeClr val="accent5"/>
                </a:solidFill>
              </a:rPr>
              <a:t>5. Результат</a:t>
            </a: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>
                <a:solidFill>
                  <a:schemeClr val="tx1"/>
                </a:solidFill>
              </a:rPr>
              <a:t>Два варианта (по желанию три), ранжирование по S, GeoJSON по §7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b="1">
                <a:solidFill>
                  <a:schemeClr val="accent5"/>
                </a:solidFill>
              </a:rPr>
              <a:t>2. Препятствия</a:t>
            </a: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>
                <a:solidFill>
                  <a:schemeClr val="tx1"/>
                </a:solidFill>
              </a:rPr>
              <a:t>Отступ + ½ габарита по таблице 2, зоны спецпроходов</a:t>
            </a: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b="1">
                <a:solidFill>
                  <a:schemeClr val="accent5"/>
                </a:solidFill>
              </a:rPr>
              <a:t>4. Общая сеть</a:t>
            </a: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>
                <a:solidFill>
                  <a:schemeClr val="tx1"/>
                </a:solidFill>
              </a:rPr>
              <a:t>Присоединение к существующей сети или ответвление от новой в камере, пересчёт ДУ</a:t>
            </a:r>
          </a:p>
        </p:txBody>
      </p:sp>
      <p:sp>
        <p:nvSpPr>
          <p:cNvPr id="34" name="Прямая соединительная линия 33">
            <a:extLst xmlns:a="http://schemas.openxmlformats.org/drawingml/2006/main">
              <a:ext uri="{FF2B5EF4-FFF2-40B4-BE49-F238E27FC236}">
                <a16:creationId xmlns:a16="http://schemas.microsoft.com/office/drawing/2014/main" id="{3643104B-45C4-4295-ABF0-274C2E88E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5940" y="3860224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DAF70FA3-CDB3-43BB-AFC9-38BD55C7D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137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6" name="Прямая соединительная линия 35">
            <a:extLst xmlns:a="http://schemas.openxmlformats.org/drawingml/2006/main">
              <a:ext uri="{FF2B5EF4-FFF2-40B4-BE49-F238E27FC236}">
                <a16:creationId xmlns:a16="http://schemas.microsoft.com/office/drawing/2014/main" id="{3EE1022F-24DC-420E-9616-4EA160BA6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334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Прямая соединительная линия 36">
            <a:extLst xmlns:a="http://schemas.openxmlformats.org/drawingml/2006/main">
              <a:ext uri="{FF2B5EF4-FFF2-40B4-BE49-F238E27FC236}">
                <a16:creationId xmlns:a16="http://schemas.microsoft.com/office/drawing/2014/main" id="{D93409C4-7718-49BE-956C-E739E1B4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0467" y="3862139"/>
            <a:ext cx="1332545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8" name="Прямая соединительная линия 37">
            <a:extLst xmlns:a="http://schemas.openxmlformats.org/drawingml/2006/main">
              <a:ext uri="{FF2B5EF4-FFF2-40B4-BE49-F238E27FC236}">
                <a16:creationId xmlns:a16="http://schemas.microsoft.com/office/drawing/2014/main" id="{AD59C5F6-3F33-4DB5-9A15-4DDA4B752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114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9" name="Прямая соединительная линия 38">
            <a:extLst xmlns:a="http://schemas.openxmlformats.org/drawingml/2006/main">
              <a:ext uri="{FF2B5EF4-FFF2-40B4-BE49-F238E27FC236}">
                <a16:creationId xmlns:a16="http://schemas.microsoft.com/office/drawing/2014/main" id="{FA3638BA-3B9A-44D9-AF3F-19A5C36B9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5312" y="4216228"/>
            <a:ext cx="1245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0" name="Прямая соединительная линия 39">
            <a:extLst xmlns:a="http://schemas.openxmlformats.org/drawingml/2006/main">
              <a:ext uri="{FF2B5EF4-FFF2-40B4-BE49-F238E27FC236}">
                <a16:creationId xmlns:a16="http://schemas.microsoft.com/office/drawing/2014/main" id="{0ACC4CC2-2C0D-4EB1-B693-A867E679A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34762"/>
            <a:ext cx="5509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Прямая соединительная линия 40">
            <a:extLst xmlns:a="http://schemas.openxmlformats.org/drawingml/2006/main">
              <a:ext uri="{FF2B5EF4-FFF2-40B4-BE49-F238E27FC236}">
                <a16:creationId xmlns:a16="http://schemas.microsoft.com/office/drawing/2014/main" id="{6B555288-1058-4644-9E8F-9A2099F3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343442" y="4216228"/>
            <a:ext cx="4264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2" name="Прямая соединительная линия 41">
            <a:extLst xmlns:a="http://schemas.openxmlformats.org/drawingml/2006/main">
              <a:ext uri="{FF2B5EF4-FFF2-40B4-BE49-F238E27FC236}">
                <a16:creationId xmlns:a16="http://schemas.microsoft.com/office/drawing/2014/main" id="{A5E4EEB6-576A-42B5-A4B5-0D247E9B3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3901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3" name="Скругленный прямоугольник 42">
            <a:extLst xmlns:a="http://schemas.openxmlformats.org/drawingml/2006/main"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126" y="3508049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1</a:t>
            </a:r>
          </a:p>
        </p:txBody>
      </p:sp>
      <p:sp>
        <p:nvSpPr>
          <p:cNvPr id="44" name="Скругленный прямоугольник 43">
            <a:extLst xmlns:a="http://schemas.openxmlformats.org/drawingml/2006/main"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2397" y="350613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2</a:t>
            </a:r>
          </a:p>
        </p:txBody>
      </p:sp>
      <p:sp>
        <p:nvSpPr>
          <p:cNvPr id="45" name="Скругленный прямоугольник 44">
            <a:extLst xmlns:a="http://schemas.openxmlformats.org/drawingml/2006/main"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8594" y="351625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3</a:t>
            </a:r>
          </a:p>
        </p:txBody>
      </p:sp>
      <p:sp>
        <p:nvSpPr>
          <p:cNvPr id="53" name="Скругленный прямоугольник 52">
            <a:extLst xmlns:a="http://schemas.openxmlformats.org/drawingml/2006/main"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752" y="350613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4</a:t>
            </a:r>
          </a:p>
        </p:txBody>
      </p:sp>
      <p:sp>
        <p:nvSpPr>
          <p:cNvPr id="54" name="Скругленный прямоугольник 53">
            <a:extLst xmlns:a="http://schemas.openxmlformats.org/drawingml/2006/main"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012" y="353862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5</a:t>
            </a:r>
          </a:p>
        </p:txBody>
      </p:sp>
      <p:sp>
        <p:nvSpPr>
          <p:cNvPr id="15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АЛГОРИТМ</a:t>
            </a:r>
          </a:p>
        </p:txBody>
      </p:sp>
      <p:sp>
        <p:nvSpPr>
          <p:cNvPr id="14" name="Скругленный 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4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6" name="Скругленный 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41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8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1878" y="4825338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8708" y="4791290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ea30c011966c4e5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pic>
        <p:nvPicPr>
          <p:cNvPr id="13" name="Рисунок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7791d32b6a45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78252" y="904538"/>
            <a:ext cx="4551334" cy="3557364"/>
          </a:xfrm>
          <a:prstGeom xmlns:a="http://schemas.openxmlformats.org/drawingml/2006/main" prst="rect">
            <a:avLst/>
          </a:prstGeom>
        </p:spPr>
      </p:pic>
      <p:pic>
        <p:nvPicPr>
          <p:cNvPr id="14" name="Рисунок 1"/>
          <p:cNvPicPr>
            <a:picLocks xmlns:a="http://schemas.openxmlformats.org/drawingml/2006/main" noChangeAspect="1"/>
          </p:cNvPicPr>
          <p:nvPr>
            <p:ph type="pic" idx="14"/>
          </p:nvPr>
        </p:nvPicPr>
        <p:blipFill>
          <a:blip xmlns:r="http://schemas.openxmlformats.org/officeDocument/2006/relationships" xmlns:a="http://schemas.openxmlformats.org/drawingml/2006/main" r:embed="Rb8027ab5ea9847cf"/>
          <a:srcRect xmlns:a="http://schemas.openxmlformats.org/drawingml/2006/main" l="117" t="0" r="117" b="0"/>
          <a:stretch xmlns:a="http://schemas.openxmlformats.org/drawingml/2006/main">
            <a:fillRect l="0" t="0" r="0" b="0"/>
          </a:stretch>
        </p:blipFill>
        <p:spPr/>
      </p:pic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accent5"/>
                </a:solidFill>
              </a:rPr>
              <a:t>26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b="1">
                <a:solidFill>
                  <a:schemeClr val="tx1"/>
                </a:solidFill>
              </a:rPr>
              <a:t>Загрузка и расчёт</a:t>
            </a:r>
          </a:p>
          <a:p xmlns:a="http://schemas.openxmlformats.org/drawingml/2006/main">
            <a:pPr marL="0" indent="0">
              <a:buNone/>
            </a:pPr>
            <a:r>
              <a:rPr>
                <a:solidFill>
                  <a:schemeClr val="tx1"/>
                </a:solidFill>
              </a:rPr>
              <a:t>Файл до 3 ГБ потоком (проверено 3,0 ГБ — 6 мин), очередь заданий и статус, API в Swagger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b="1">
                <a:solidFill>
                  <a:schemeClr val="tx1"/>
                </a:solidFill>
              </a:rPr>
              <a:t>Карта результата</a:t>
            </a:r>
          </a:p>
          <a:p xmlns:a="http://schemas.openxmlformats.org/drawingml/2006/main">
            <a:pPr marL="0" indent="0">
              <a:buNone/>
            </a:pPr>
            <a:r>
              <a:rPr>
                <a:solidFill>
                  <a:schemeClr val="tx1"/>
                </a:solidFill>
              </a:rPr>
              <a:t>Варианты, камеры, спецпроходы, предельная длина и блок «Трактовки и отступления»</a:t>
            </a: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b="1">
                <a:solidFill>
                  <a:schemeClr val="tx1"/>
                </a:solidFill>
              </a:rPr>
              <a:t>Развёртывание</a:t>
            </a:r>
          </a:p>
          <a:p xmlns:a="http://schemas.openxmlformats.org/drawingml/2006/main">
            <a:pPr marL="0" indent="0">
              <a:buNone/>
            </a:pPr>
            <a:r>
              <a:rPr>
                <a:solidFill>
                  <a:schemeClr val="tx1"/>
                </a:solidFill>
              </a:rPr>
              <a:t>docker-compose 1.29.2: приложение и PostgreSQL 16, Java 11</a:t>
            </a:r>
          </a:p>
        </p:txBody>
      </p:sp>
      <p:sp>
        <p:nvSpPr>
          <p:cNvPr id="9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СЕРВИС</a:t>
            </a:r>
          </a:p>
        </p:txBody>
      </p:sp>
    </p:spTree>
    <p:extLst>
      <p:ext uri="{BB962C8B-B14F-4D97-AF65-F5344CB8AC3E}">
        <p14:creationId xmlns:p14="http://schemas.microsoft.com/office/powerpoint/2010/main" val="1099989456"/>
      </p:ext>
    </p:extLst>
  </p:cSld>
</p:sld>
</file>

<file path=ppt/slides/slide1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11a1a81f69e3411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41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137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133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262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1018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accent5"/>
                </a:solidFill>
              </a:rPr>
              <a:t>24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16304" y="328681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>
                <a:solidFill>
                  <a:schemeClr val="tx1"/>
                </a:solidFill>
              </a:rPr>
              <a:t>Режим с глубиной</a:t>
            </a:r>
          </a:p>
          <a:p xmlns:a="http://schemas.openxmlformats.org/drawingml/2006/main">
            <a:r>
              <a:rPr>
                <a:solidFill>
                  <a:schemeClr val="tx1"/>
                </a:solidFill>
              </a:rPr>
              <a:t>Отдельный расчёт с вертикальными правилами пересечений и коэффициентом глубины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4569890" y="326454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>
                <a:solidFill>
                  <a:schemeClr val="tx1"/>
                </a:solidFill>
              </a:rPr>
              <a:t>Масштаб</a:t>
            </a:r>
          </a:p>
          <a:p xmlns:a="http://schemas.openxmlformats.org/drawingml/2006/main">
            <a:r>
              <a:rPr>
                <a:solidFill>
                  <a:schemeClr val="tx1"/>
                </a:solidFill>
              </a:rPr>
              <a:t>Инкрементальный пересчёт препятствий и параллельный перебор вариантов — для тысяч целей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8405081" y="3277471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b="1">
                <a:solidFill>
                  <a:schemeClr val="tx1"/>
                </a:solidFill>
              </a:rPr>
              <a:t>Внедрение</a:t>
            </a:r>
          </a:p>
          <a:p xmlns:a="http://schemas.openxmlformats.org/drawingml/2006/main">
            <a:r>
              <a:rPr>
                <a:solidFill>
                  <a:schemeClr val="tx1"/>
                </a:solidFill>
              </a:rPr>
              <a:t>Интеграция с ГИС города; при появлении в данных текущих расходов — проверка пропускной способности существующей сети</a:t>
            </a:r>
          </a:p>
        </p:txBody>
      </p:sp>
      <p:cxnSp>
        <p:nvCxnSpPr>
          <p:cNvPr id="119" name="Google Shape;2799;p94"/>
          <p:cNvCxnSpPr/>
          <p:nvPr/>
        </p:nvCxnSpPr>
        <p:spPr>
          <a:xfrm xmlns:a="http://schemas.openxmlformats.org/drawingml/2006/main" flipV="1">
            <a:off x="3041995" y="2120995"/>
            <a:ext cx="2288595" cy="1147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63" name="Google Shape;2830;p94">
            <a:extLst xmlns:a="http://schemas.openxmlformats.org/drawingml/2006/main">
              <a:ext uri="{FF2B5EF4-FFF2-40B4-BE49-F238E27FC236}">
                <a16:creationId xmlns:a16="http://schemas.microsoft.com/office/drawing/2014/main" id="{F538E3A9-5C7B-406B-80D1-B9EEBFF3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99087" y="1753233"/>
            <a:ext cx="738530" cy="687909"/>
          </a:xfrm>
          <a:custGeom xmlns:a="http://schemas.openxmlformats.org/drawingml/2006/main">
            <a:rect l="l" t="t" r="r" b="b"/>
            <a:pathLst>
              <a:path w="10122" h="9289">
                <a:moveTo>
                  <a:pt x="9574" y="310"/>
                </a:moveTo>
                <a:cubicBezTo>
                  <a:pt x="9717" y="310"/>
                  <a:pt x="9812" y="406"/>
                  <a:pt x="9812" y="549"/>
                </a:cubicBezTo>
                <a:lnTo>
                  <a:pt x="9812" y="5669"/>
                </a:lnTo>
                <a:lnTo>
                  <a:pt x="8622" y="5669"/>
                </a:lnTo>
                <a:cubicBezTo>
                  <a:pt x="8550" y="5669"/>
                  <a:pt x="8479" y="5740"/>
                  <a:pt x="8479" y="5812"/>
                </a:cubicBezTo>
                <a:cubicBezTo>
                  <a:pt x="8479" y="5907"/>
                  <a:pt x="8550" y="5978"/>
                  <a:pt x="8622" y="5978"/>
                </a:cubicBezTo>
                <a:lnTo>
                  <a:pt x="9812" y="5978"/>
                </a:lnTo>
                <a:lnTo>
                  <a:pt x="9812" y="6455"/>
                </a:lnTo>
                <a:cubicBezTo>
                  <a:pt x="9812" y="6597"/>
                  <a:pt x="9717" y="6717"/>
                  <a:pt x="9574" y="6717"/>
                </a:cubicBezTo>
                <a:lnTo>
                  <a:pt x="549" y="6717"/>
                </a:lnTo>
                <a:cubicBezTo>
                  <a:pt x="406" y="6717"/>
                  <a:pt x="287" y="6597"/>
                  <a:pt x="287" y="6455"/>
                </a:cubicBezTo>
                <a:lnTo>
                  <a:pt x="287" y="5978"/>
                </a:lnTo>
                <a:lnTo>
                  <a:pt x="7979" y="5978"/>
                </a:lnTo>
                <a:cubicBezTo>
                  <a:pt x="8050" y="5978"/>
                  <a:pt x="8122" y="5907"/>
                  <a:pt x="8122" y="5812"/>
                </a:cubicBezTo>
                <a:cubicBezTo>
                  <a:pt x="8122" y="5740"/>
                  <a:pt x="8050" y="5669"/>
                  <a:pt x="7979" y="5669"/>
                </a:cubicBezTo>
                <a:lnTo>
                  <a:pt x="6216" y="5669"/>
                </a:lnTo>
                <a:lnTo>
                  <a:pt x="6216" y="310"/>
                </a:lnTo>
                <a:close/>
                <a:moveTo>
                  <a:pt x="5335" y="7002"/>
                </a:moveTo>
                <a:lnTo>
                  <a:pt x="5335" y="7193"/>
                </a:lnTo>
                <a:cubicBezTo>
                  <a:pt x="5335" y="7360"/>
                  <a:pt x="5216" y="7479"/>
                  <a:pt x="5049" y="7479"/>
                </a:cubicBezTo>
                <a:cubicBezTo>
                  <a:pt x="4907" y="7479"/>
                  <a:pt x="4764" y="7360"/>
                  <a:pt x="4764" y="7193"/>
                </a:cubicBezTo>
                <a:lnTo>
                  <a:pt x="4764" y="7002"/>
                </a:lnTo>
                <a:close/>
                <a:moveTo>
                  <a:pt x="6073" y="7002"/>
                </a:moveTo>
                <a:lnTo>
                  <a:pt x="6169" y="8241"/>
                </a:lnTo>
                <a:lnTo>
                  <a:pt x="3954" y="8241"/>
                </a:lnTo>
                <a:lnTo>
                  <a:pt x="4049" y="7002"/>
                </a:lnTo>
                <a:lnTo>
                  <a:pt x="4478" y="7002"/>
                </a:lnTo>
                <a:lnTo>
                  <a:pt x="4478" y="7193"/>
                </a:lnTo>
                <a:cubicBezTo>
                  <a:pt x="4478" y="7526"/>
                  <a:pt x="4740" y="7788"/>
                  <a:pt x="5049" y="7788"/>
                </a:cubicBezTo>
                <a:cubicBezTo>
                  <a:pt x="5383" y="7788"/>
                  <a:pt x="5645" y="7526"/>
                  <a:pt x="5645" y="7193"/>
                </a:cubicBezTo>
                <a:lnTo>
                  <a:pt x="5645" y="7002"/>
                </a:lnTo>
                <a:close/>
                <a:moveTo>
                  <a:pt x="6859" y="8526"/>
                </a:moveTo>
                <a:cubicBezTo>
                  <a:pt x="6883" y="8526"/>
                  <a:pt x="6907" y="8550"/>
                  <a:pt x="6907" y="8574"/>
                </a:cubicBezTo>
                <a:lnTo>
                  <a:pt x="6907" y="8955"/>
                </a:lnTo>
                <a:cubicBezTo>
                  <a:pt x="6907" y="8979"/>
                  <a:pt x="6883" y="9003"/>
                  <a:pt x="6859" y="9003"/>
                </a:cubicBezTo>
                <a:lnTo>
                  <a:pt x="3263" y="9003"/>
                </a:lnTo>
                <a:cubicBezTo>
                  <a:pt x="3240" y="9003"/>
                  <a:pt x="3216" y="8979"/>
                  <a:pt x="3216" y="8955"/>
                </a:cubicBezTo>
                <a:lnTo>
                  <a:pt x="3216" y="8574"/>
                </a:lnTo>
                <a:cubicBezTo>
                  <a:pt x="3216" y="8550"/>
                  <a:pt x="3240" y="8526"/>
                  <a:pt x="3263" y="8526"/>
                </a:cubicBezTo>
                <a:close/>
                <a:moveTo>
                  <a:pt x="549" y="1"/>
                </a:moveTo>
                <a:cubicBezTo>
                  <a:pt x="239" y="1"/>
                  <a:pt x="1" y="239"/>
                  <a:pt x="1" y="549"/>
                </a:cubicBezTo>
                <a:lnTo>
                  <a:pt x="1" y="1477"/>
                </a:lnTo>
                <a:cubicBezTo>
                  <a:pt x="1" y="1573"/>
                  <a:pt x="72" y="1644"/>
                  <a:pt x="144" y="1644"/>
                </a:cubicBezTo>
                <a:cubicBezTo>
                  <a:pt x="215" y="1644"/>
                  <a:pt x="287" y="1573"/>
                  <a:pt x="287" y="1477"/>
                </a:cubicBezTo>
                <a:lnTo>
                  <a:pt x="287" y="549"/>
                </a:lnTo>
                <a:cubicBezTo>
                  <a:pt x="287" y="406"/>
                  <a:pt x="406" y="310"/>
                  <a:pt x="549" y="310"/>
                </a:cubicBezTo>
                <a:lnTo>
                  <a:pt x="5907" y="310"/>
                </a:lnTo>
                <a:lnTo>
                  <a:pt x="5907" y="5669"/>
                </a:lnTo>
                <a:lnTo>
                  <a:pt x="287" y="5669"/>
                </a:lnTo>
                <a:lnTo>
                  <a:pt x="287" y="2144"/>
                </a:lnTo>
                <a:cubicBezTo>
                  <a:pt x="287" y="2049"/>
                  <a:pt x="239" y="2001"/>
                  <a:pt x="144" y="2001"/>
                </a:cubicBezTo>
                <a:cubicBezTo>
                  <a:pt x="72" y="2001"/>
                  <a:pt x="1" y="2049"/>
                  <a:pt x="1" y="2144"/>
                </a:cubicBezTo>
                <a:lnTo>
                  <a:pt x="1" y="6455"/>
                </a:lnTo>
                <a:cubicBezTo>
                  <a:pt x="1" y="6764"/>
                  <a:pt x="239" y="7002"/>
                  <a:pt x="549" y="7002"/>
                </a:cubicBezTo>
                <a:lnTo>
                  <a:pt x="3763" y="7002"/>
                </a:lnTo>
                <a:lnTo>
                  <a:pt x="3644" y="8241"/>
                </a:lnTo>
                <a:lnTo>
                  <a:pt x="3263" y="8241"/>
                </a:lnTo>
                <a:cubicBezTo>
                  <a:pt x="3073" y="8241"/>
                  <a:pt x="2930" y="8384"/>
                  <a:pt x="2930" y="8574"/>
                </a:cubicBezTo>
                <a:lnTo>
                  <a:pt x="2930" y="8955"/>
                </a:lnTo>
                <a:cubicBezTo>
                  <a:pt x="2930" y="9146"/>
                  <a:pt x="3073" y="9288"/>
                  <a:pt x="3263" y="9288"/>
                </a:cubicBezTo>
                <a:lnTo>
                  <a:pt x="6859" y="9288"/>
                </a:lnTo>
                <a:cubicBezTo>
                  <a:pt x="7050" y="9288"/>
                  <a:pt x="7193" y="9146"/>
                  <a:pt x="7193" y="8955"/>
                </a:cubicBezTo>
                <a:lnTo>
                  <a:pt x="7193" y="8574"/>
                </a:lnTo>
                <a:cubicBezTo>
                  <a:pt x="7193" y="8384"/>
                  <a:pt x="7050" y="8241"/>
                  <a:pt x="6859" y="8241"/>
                </a:cubicBezTo>
                <a:lnTo>
                  <a:pt x="6478" y="8241"/>
                </a:lnTo>
                <a:lnTo>
                  <a:pt x="6359" y="7002"/>
                </a:lnTo>
                <a:lnTo>
                  <a:pt x="9574" y="7002"/>
                </a:lnTo>
                <a:cubicBezTo>
                  <a:pt x="9860" y="7002"/>
                  <a:pt x="10122" y="6764"/>
                  <a:pt x="10122" y="6455"/>
                </a:cubicBezTo>
                <a:lnTo>
                  <a:pt x="10122" y="549"/>
                </a:lnTo>
                <a:cubicBezTo>
                  <a:pt x="10122" y="239"/>
                  <a:pt x="9884" y="1"/>
                  <a:pt x="9574" y="1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4" name="Google Shape;2831;p94">
            <a:extLst xmlns:a="http://schemas.openxmlformats.org/drawingml/2006/main">
              <a:ext uri="{FF2B5EF4-FFF2-40B4-BE49-F238E27FC236}">
                <a16:creationId xmlns:a16="http://schemas.microsoft.com/office/drawing/2014/main" id="{6A25AEAC-89F0-49CB-B7BE-42F11987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88385"/>
            <a:ext cx="311114" cy="244088"/>
          </a:xfrm>
          <a:custGeom xmlns:a="http://schemas.openxmlformats.org/drawingml/2006/main">
            <a:rect l="l" t="t" r="r" b="b"/>
            <a:pathLst>
              <a:path w="4264" h="3296">
                <a:moveTo>
                  <a:pt x="3897" y="0"/>
                </a:moveTo>
                <a:cubicBezTo>
                  <a:pt x="3848" y="0"/>
                  <a:pt x="3805" y="22"/>
                  <a:pt x="3787" y="57"/>
                </a:cubicBezTo>
                <a:lnTo>
                  <a:pt x="2835" y="1176"/>
                </a:lnTo>
                <a:lnTo>
                  <a:pt x="2596" y="986"/>
                </a:lnTo>
                <a:cubicBezTo>
                  <a:pt x="2573" y="962"/>
                  <a:pt x="2537" y="950"/>
                  <a:pt x="2501" y="950"/>
                </a:cubicBezTo>
                <a:cubicBezTo>
                  <a:pt x="2465" y="950"/>
                  <a:pt x="2430" y="962"/>
                  <a:pt x="2406" y="986"/>
                </a:cubicBezTo>
                <a:lnTo>
                  <a:pt x="1811" y="1629"/>
                </a:lnTo>
                <a:lnTo>
                  <a:pt x="1096" y="1367"/>
                </a:lnTo>
                <a:cubicBezTo>
                  <a:pt x="1084" y="1355"/>
                  <a:pt x="1066" y="1349"/>
                  <a:pt x="1045" y="1349"/>
                </a:cubicBezTo>
                <a:cubicBezTo>
                  <a:pt x="1025" y="1349"/>
                  <a:pt x="1001" y="1355"/>
                  <a:pt x="977" y="1367"/>
                </a:cubicBezTo>
                <a:lnTo>
                  <a:pt x="286" y="1772"/>
                </a:lnTo>
                <a:lnTo>
                  <a:pt x="286" y="462"/>
                </a:lnTo>
                <a:cubicBezTo>
                  <a:pt x="286" y="391"/>
                  <a:pt x="239" y="319"/>
                  <a:pt x="144" y="319"/>
                </a:cubicBezTo>
                <a:cubicBezTo>
                  <a:pt x="72" y="319"/>
                  <a:pt x="1" y="391"/>
                  <a:pt x="1" y="462"/>
                </a:cubicBezTo>
                <a:lnTo>
                  <a:pt x="1" y="3153"/>
                </a:lnTo>
                <a:cubicBezTo>
                  <a:pt x="1" y="3225"/>
                  <a:pt x="72" y="3296"/>
                  <a:pt x="144" y="3296"/>
                </a:cubicBezTo>
                <a:lnTo>
                  <a:pt x="4121" y="3296"/>
                </a:lnTo>
                <a:cubicBezTo>
                  <a:pt x="4192" y="3296"/>
                  <a:pt x="4263" y="3225"/>
                  <a:pt x="4263" y="3153"/>
                </a:cubicBezTo>
                <a:cubicBezTo>
                  <a:pt x="4263" y="3082"/>
                  <a:pt x="4216" y="3010"/>
                  <a:pt x="4121" y="3010"/>
                </a:cubicBezTo>
                <a:lnTo>
                  <a:pt x="4049" y="3010"/>
                </a:lnTo>
                <a:lnTo>
                  <a:pt x="4049" y="2200"/>
                </a:lnTo>
                <a:cubicBezTo>
                  <a:pt x="4049" y="2105"/>
                  <a:pt x="3978" y="2034"/>
                  <a:pt x="3906" y="2034"/>
                </a:cubicBezTo>
                <a:cubicBezTo>
                  <a:pt x="3811" y="2034"/>
                  <a:pt x="3739" y="2105"/>
                  <a:pt x="3739" y="2200"/>
                </a:cubicBezTo>
                <a:lnTo>
                  <a:pt x="3739" y="3010"/>
                </a:lnTo>
                <a:lnTo>
                  <a:pt x="3382" y="3010"/>
                </a:lnTo>
                <a:lnTo>
                  <a:pt x="3382" y="2891"/>
                </a:lnTo>
                <a:cubicBezTo>
                  <a:pt x="3382" y="2820"/>
                  <a:pt x="3311" y="2748"/>
                  <a:pt x="3239" y="2748"/>
                </a:cubicBezTo>
                <a:cubicBezTo>
                  <a:pt x="3144" y="2748"/>
                  <a:pt x="3073" y="2796"/>
                  <a:pt x="3073" y="2891"/>
                </a:cubicBezTo>
                <a:lnTo>
                  <a:pt x="3073" y="3010"/>
                </a:lnTo>
                <a:lnTo>
                  <a:pt x="2573" y="3010"/>
                </a:lnTo>
                <a:lnTo>
                  <a:pt x="2573" y="2891"/>
                </a:lnTo>
                <a:cubicBezTo>
                  <a:pt x="2573" y="2820"/>
                  <a:pt x="2525" y="2748"/>
                  <a:pt x="2430" y="2748"/>
                </a:cubicBezTo>
                <a:cubicBezTo>
                  <a:pt x="2358" y="2748"/>
                  <a:pt x="2287" y="2796"/>
                  <a:pt x="2287" y="2891"/>
                </a:cubicBezTo>
                <a:lnTo>
                  <a:pt x="2287" y="3010"/>
                </a:lnTo>
                <a:lnTo>
                  <a:pt x="1787" y="3010"/>
                </a:lnTo>
                <a:lnTo>
                  <a:pt x="1787" y="2891"/>
                </a:lnTo>
                <a:cubicBezTo>
                  <a:pt x="1787" y="2820"/>
                  <a:pt x="1715" y="2748"/>
                  <a:pt x="1644" y="2748"/>
                </a:cubicBezTo>
                <a:cubicBezTo>
                  <a:pt x="1549" y="2748"/>
                  <a:pt x="1501" y="2796"/>
                  <a:pt x="1501" y="2891"/>
                </a:cubicBezTo>
                <a:lnTo>
                  <a:pt x="1501" y="3010"/>
                </a:lnTo>
                <a:lnTo>
                  <a:pt x="1001" y="3010"/>
                </a:lnTo>
                <a:lnTo>
                  <a:pt x="1001" y="2891"/>
                </a:lnTo>
                <a:cubicBezTo>
                  <a:pt x="1001" y="2820"/>
                  <a:pt x="929" y="2748"/>
                  <a:pt x="834" y="2748"/>
                </a:cubicBezTo>
                <a:cubicBezTo>
                  <a:pt x="763" y="2748"/>
                  <a:pt x="691" y="2796"/>
                  <a:pt x="691" y="2891"/>
                </a:cubicBezTo>
                <a:lnTo>
                  <a:pt x="691" y="3010"/>
                </a:lnTo>
                <a:lnTo>
                  <a:pt x="286" y="3010"/>
                </a:lnTo>
                <a:lnTo>
                  <a:pt x="286" y="2105"/>
                </a:lnTo>
                <a:lnTo>
                  <a:pt x="1048" y="1653"/>
                </a:lnTo>
                <a:lnTo>
                  <a:pt x="1811" y="1962"/>
                </a:lnTo>
                <a:cubicBezTo>
                  <a:pt x="1823" y="1969"/>
                  <a:pt x="1838" y="1972"/>
                  <a:pt x="1853" y="1972"/>
                </a:cubicBezTo>
                <a:cubicBezTo>
                  <a:pt x="1893" y="1972"/>
                  <a:pt x="1936" y="1950"/>
                  <a:pt x="1953" y="1915"/>
                </a:cubicBezTo>
                <a:lnTo>
                  <a:pt x="2525" y="1296"/>
                </a:lnTo>
                <a:lnTo>
                  <a:pt x="2763" y="1486"/>
                </a:lnTo>
                <a:cubicBezTo>
                  <a:pt x="2795" y="1518"/>
                  <a:pt x="2828" y="1531"/>
                  <a:pt x="2860" y="1531"/>
                </a:cubicBezTo>
                <a:cubicBezTo>
                  <a:pt x="2899" y="1531"/>
                  <a:pt x="2938" y="1512"/>
                  <a:pt x="2977" y="1486"/>
                </a:cubicBezTo>
                <a:lnTo>
                  <a:pt x="3739" y="557"/>
                </a:lnTo>
                <a:lnTo>
                  <a:pt x="3739" y="1534"/>
                </a:lnTo>
                <a:cubicBezTo>
                  <a:pt x="3739" y="1629"/>
                  <a:pt x="3811" y="1677"/>
                  <a:pt x="3882" y="1677"/>
                </a:cubicBezTo>
                <a:cubicBezTo>
                  <a:pt x="3978" y="1677"/>
                  <a:pt x="4049" y="1629"/>
                  <a:pt x="4049" y="1534"/>
                </a:cubicBezTo>
                <a:lnTo>
                  <a:pt x="4049" y="152"/>
                </a:lnTo>
                <a:cubicBezTo>
                  <a:pt x="4049" y="81"/>
                  <a:pt x="4001" y="33"/>
                  <a:pt x="3954" y="10"/>
                </a:cubicBezTo>
                <a:cubicBezTo>
                  <a:pt x="3935" y="3"/>
                  <a:pt x="3916" y="0"/>
                  <a:pt x="389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5" name="Google Shape;2832;p94">
            <a:extLst xmlns:a="http://schemas.openxmlformats.org/drawingml/2006/main">
              <a:ext uri="{FF2B5EF4-FFF2-40B4-BE49-F238E27FC236}">
                <a16:creationId xmlns:a16="http://schemas.microsoft.com/office/drawing/2014/main" id="{3504136F-174E-465D-95D8-13EE2C34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41584" y="1938446"/>
            <a:ext cx="20941" cy="30065"/>
          </a:xfrm>
          <a:custGeom xmlns:a="http://schemas.openxmlformats.org/drawingml/2006/main">
            <a:rect l="l" t="t" r="r" b="b"/>
            <a:pathLst>
              <a:path w="287" h="406">
                <a:moveTo>
                  <a:pt x="143" y="0"/>
                </a:moveTo>
                <a:cubicBezTo>
                  <a:pt x="72" y="0"/>
                  <a:pt x="1" y="72"/>
                  <a:pt x="1" y="167"/>
                </a:cubicBezTo>
                <a:lnTo>
                  <a:pt x="1" y="262"/>
                </a:lnTo>
                <a:cubicBezTo>
                  <a:pt x="1" y="358"/>
                  <a:pt x="72" y="405"/>
                  <a:pt x="143" y="405"/>
                </a:cubicBezTo>
                <a:cubicBezTo>
                  <a:pt x="239" y="405"/>
                  <a:pt x="286" y="358"/>
                  <a:pt x="286" y="262"/>
                </a:cubicBezTo>
                <a:lnTo>
                  <a:pt x="286" y="167"/>
                </a:lnTo>
                <a:cubicBezTo>
                  <a:pt x="286" y="72"/>
                  <a:pt x="239" y="0"/>
                  <a:pt x="14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6" name="Google Shape;2833;p94">
            <a:extLst xmlns:a="http://schemas.openxmlformats.org/drawingml/2006/main">
              <a:ext uri="{FF2B5EF4-FFF2-40B4-BE49-F238E27FC236}">
                <a16:creationId xmlns:a16="http://schemas.microsoft.com/office/drawing/2014/main" id="{1A03FD0C-7738-4A35-B44B-4D9C0E75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47599" y="1908454"/>
            <a:ext cx="22617" cy="30065"/>
          </a:xfrm>
          <a:custGeom xmlns:a="http://schemas.openxmlformats.org/drawingml/2006/main">
            <a:rect l="l" t="t" r="r" b="b"/>
            <a:pathLst>
              <a:path w="310" h="406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lnTo>
                  <a:pt x="0" y="262"/>
                </a:lnTo>
                <a:cubicBezTo>
                  <a:pt x="0" y="334"/>
                  <a:pt x="72" y="405"/>
                  <a:pt x="143" y="405"/>
                </a:cubicBezTo>
                <a:cubicBezTo>
                  <a:pt x="238" y="405"/>
                  <a:pt x="310" y="334"/>
                  <a:pt x="310" y="262"/>
                </a:cubicBezTo>
                <a:lnTo>
                  <a:pt x="310" y="143"/>
                </a:lnTo>
                <a:cubicBezTo>
                  <a:pt x="310" y="72"/>
                  <a:pt x="238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7" name="Google Shape;2834;p94">
            <a:extLst xmlns:a="http://schemas.openxmlformats.org/drawingml/2006/main">
              <a:ext uri="{FF2B5EF4-FFF2-40B4-BE49-F238E27FC236}">
                <a16:creationId xmlns:a16="http://schemas.microsoft.com/office/drawing/2014/main" id="{66009B1B-C6FD-49B8-8022-7BA95FBA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48361" y="1843211"/>
            <a:ext cx="22691" cy="30065"/>
          </a:xfrm>
          <a:custGeom xmlns:a="http://schemas.openxmlformats.org/drawingml/2006/main">
            <a:rect l="l" t="t" r="r" b="b"/>
            <a:pathLst>
              <a:path w="311" h="406">
                <a:moveTo>
                  <a:pt x="167" y="0"/>
                </a:moveTo>
                <a:cubicBezTo>
                  <a:pt x="72" y="0"/>
                  <a:pt x="0" y="48"/>
                  <a:pt x="0" y="143"/>
                </a:cubicBezTo>
                <a:lnTo>
                  <a:pt x="0" y="239"/>
                </a:lnTo>
                <a:cubicBezTo>
                  <a:pt x="0" y="334"/>
                  <a:pt x="72" y="405"/>
                  <a:pt x="167" y="405"/>
                </a:cubicBezTo>
                <a:cubicBezTo>
                  <a:pt x="239" y="405"/>
                  <a:pt x="310" y="334"/>
                  <a:pt x="310" y="239"/>
                </a:cubicBezTo>
                <a:lnTo>
                  <a:pt x="310" y="143"/>
                </a:lnTo>
                <a:cubicBezTo>
                  <a:pt x="310" y="48"/>
                  <a:pt x="239" y="0"/>
                  <a:pt x="16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8" name="Google Shape;2835;p94">
            <a:extLst xmlns:a="http://schemas.openxmlformats.org/drawingml/2006/main">
              <a:ext uri="{FF2B5EF4-FFF2-40B4-BE49-F238E27FC236}">
                <a16:creationId xmlns:a16="http://schemas.microsoft.com/office/drawing/2014/main" id="{842A40FB-E85F-45B5-A562-0F31875B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11440"/>
            <a:ext cx="59172" cy="21254"/>
          </a:xfrm>
          <a:custGeom xmlns:a="http://schemas.openxmlformats.org/drawingml/2006/main">
            <a:rect l="l" t="t" r="r" b="b"/>
            <a:pathLst>
              <a:path w="811" h="287">
                <a:moveTo>
                  <a:pt x="144" y="1"/>
                </a:moveTo>
                <a:cubicBezTo>
                  <a:pt x="72" y="1"/>
                  <a:pt x="1" y="72"/>
                  <a:pt x="1" y="144"/>
                </a:cubicBezTo>
                <a:cubicBezTo>
                  <a:pt x="1" y="239"/>
                  <a:pt x="72" y="287"/>
                  <a:pt x="144" y="287"/>
                </a:cubicBezTo>
                <a:lnTo>
                  <a:pt x="667" y="287"/>
                </a:lnTo>
                <a:cubicBezTo>
                  <a:pt x="739" y="287"/>
                  <a:pt x="810" y="239"/>
                  <a:pt x="810" y="144"/>
                </a:cubicBezTo>
                <a:cubicBezTo>
                  <a:pt x="810" y="72"/>
                  <a:pt x="739" y="1"/>
                  <a:pt x="6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9" name="Google Shape;2836;p94">
            <a:extLst xmlns:a="http://schemas.openxmlformats.org/drawingml/2006/main">
              <a:ext uri="{FF2B5EF4-FFF2-40B4-BE49-F238E27FC236}">
                <a16:creationId xmlns:a16="http://schemas.microsoft.com/office/drawing/2014/main" id="{543973E7-B229-4280-95BA-F224FDE6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52022"/>
            <a:ext cx="102586" cy="23030"/>
          </a:xfrm>
          <a:custGeom xmlns:a="http://schemas.openxmlformats.org/drawingml/2006/main">
            <a:rect l="l" t="t" r="r" b="b"/>
            <a:pathLst>
              <a:path w="1406" h="311">
                <a:moveTo>
                  <a:pt x="144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9"/>
                  <a:pt x="72" y="310"/>
                  <a:pt x="144" y="310"/>
                </a:cubicBezTo>
                <a:lnTo>
                  <a:pt x="1239" y="310"/>
                </a:lnTo>
                <a:cubicBezTo>
                  <a:pt x="1334" y="310"/>
                  <a:pt x="1406" y="239"/>
                  <a:pt x="1406" y="143"/>
                </a:cubicBezTo>
                <a:cubicBezTo>
                  <a:pt x="1406" y="72"/>
                  <a:pt x="1334" y="0"/>
                  <a:pt x="123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" name="Google Shape;2837;p94">
            <a:extLst xmlns:a="http://schemas.openxmlformats.org/drawingml/2006/main">
              <a:ext uri="{FF2B5EF4-FFF2-40B4-BE49-F238E27FC236}">
                <a16:creationId xmlns:a16="http://schemas.microsoft.com/office/drawing/2014/main" id="{41575783-12EF-40FC-B478-EC50906B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51636" y="1846765"/>
            <a:ext cx="67855" cy="116416"/>
          </a:xfrm>
          <a:custGeom xmlns:a="http://schemas.openxmlformats.org/drawingml/2006/main">
            <a:rect l="l" t="t" r="r" b="b"/>
            <a:pathLst>
              <a:path w="930" h="1572">
                <a:moveTo>
                  <a:pt x="453" y="0"/>
                </a:moveTo>
                <a:cubicBezTo>
                  <a:pt x="382" y="0"/>
                  <a:pt x="310" y="48"/>
                  <a:pt x="310" y="143"/>
                </a:cubicBezTo>
                <a:lnTo>
                  <a:pt x="310" y="167"/>
                </a:lnTo>
                <a:cubicBezTo>
                  <a:pt x="144" y="214"/>
                  <a:pt x="1" y="357"/>
                  <a:pt x="1" y="548"/>
                </a:cubicBezTo>
                <a:cubicBezTo>
                  <a:pt x="1" y="762"/>
                  <a:pt x="167" y="929"/>
                  <a:pt x="382" y="929"/>
                </a:cubicBezTo>
                <a:lnTo>
                  <a:pt x="525" y="929"/>
                </a:lnTo>
                <a:cubicBezTo>
                  <a:pt x="572" y="929"/>
                  <a:pt x="620" y="976"/>
                  <a:pt x="620" y="1024"/>
                </a:cubicBezTo>
                <a:cubicBezTo>
                  <a:pt x="620" y="1072"/>
                  <a:pt x="572" y="1119"/>
                  <a:pt x="525" y="1119"/>
                </a:cubicBezTo>
                <a:lnTo>
                  <a:pt x="382" y="1119"/>
                </a:lnTo>
                <a:cubicBezTo>
                  <a:pt x="358" y="1119"/>
                  <a:pt x="310" y="1095"/>
                  <a:pt x="310" y="1048"/>
                </a:cubicBezTo>
                <a:cubicBezTo>
                  <a:pt x="293" y="994"/>
                  <a:pt x="234" y="967"/>
                  <a:pt x="176" y="967"/>
                </a:cubicBezTo>
                <a:cubicBezTo>
                  <a:pt x="157" y="967"/>
                  <a:pt x="138" y="970"/>
                  <a:pt x="120" y="976"/>
                </a:cubicBezTo>
                <a:cubicBezTo>
                  <a:pt x="48" y="1024"/>
                  <a:pt x="1" y="1095"/>
                  <a:pt x="48" y="1167"/>
                </a:cubicBezTo>
                <a:cubicBezTo>
                  <a:pt x="96" y="1286"/>
                  <a:pt x="191" y="1381"/>
                  <a:pt x="310" y="1405"/>
                </a:cubicBezTo>
                <a:cubicBezTo>
                  <a:pt x="310" y="1500"/>
                  <a:pt x="382" y="1572"/>
                  <a:pt x="453" y="1572"/>
                </a:cubicBezTo>
                <a:cubicBezTo>
                  <a:pt x="549" y="1572"/>
                  <a:pt x="620" y="1500"/>
                  <a:pt x="620" y="1405"/>
                </a:cubicBezTo>
                <a:cubicBezTo>
                  <a:pt x="787" y="1357"/>
                  <a:pt x="930" y="1215"/>
                  <a:pt x="930" y="1024"/>
                </a:cubicBezTo>
                <a:cubicBezTo>
                  <a:pt x="930" y="810"/>
                  <a:pt x="739" y="643"/>
                  <a:pt x="525" y="643"/>
                </a:cubicBezTo>
                <a:lnTo>
                  <a:pt x="382" y="643"/>
                </a:lnTo>
                <a:cubicBezTo>
                  <a:pt x="334" y="643"/>
                  <a:pt x="310" y="595"/>
                  <a:pt x="310" y="548"/>
                </a:cubicBezTo>
                <a:cubicBezTo>
                  <a:pt x="310" y="500"/>
                  <a:pt x="334" y="453"/>
                  <a:pt x="382" y="453"/>
                </a:cubicBezTo>
                <a:lnTo>
                  <a:pt x="525" y="453"/>
                </a:lnTo>
                <a:cubicBezTo>
                  <a:pt x="572" y="453"/>
                  <a:pt x="596" y="476"/>
                  <a:pt x="620" y="500"/>
                </a:cubicBezTo>
                <a:cubicBezTo>
                  <a:pt x="635" y="546"/>
                  <a:pt x="681" y="573"/>
                  <a:pt x="730" y="573"/>
                </a:cubicBezTo>
                <a:cubicBezTo>
                  <a:pt x="757" y="573"/>
                  <a:pt x="785" y="565"/>
                  <a:pt x="810" y="548"/>
                </a:cubicBezTo>
                <a:cubicBezTo>
                  <a:pt x="882" y="500"/>
                  <a:pt x="906" y="405"/>
                  <a:pt x="858" y="333"/>
                </a:cubicBezTo>
                <a:cubicBezTo>
                  <a:pt x="787" y="238"/>
                  <a:pt x="715" y="191"/>
                  <a:pt x="620" y="167"/>
                </a:cubicBezTo>
                <a:lnTo>
                  <a:pt x="620" y="143"/>
                </a:lnTo>
                <a:cubicBezTo>
                  <a:pt x="620" y="48"/>
                  <a:pt x="549" y="0"/>
                  <a:pt x="45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1" name="Google Shape;2838;p94">
            <a:extLst xmlns:a="http://schemas.openxmlformats.org/drawingml/2006/main">
              <a:ext uri="{FF2B5EF4-FFF2-40B4-BE49-F238E27FC236}">
                <a16:creationId xmlns:a16="http://schemas.microsoft.com/office/drawing/2014/main" id="{6F0CCC03-3E72-49CA-80F0-A626E239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4287" y="1811440"/>
            <a:ext cx="182552" cy="185289"/>
          </a:xfrm>
          <a:custGeom xmlns:a="http://schemas.openxmlformats.org/drawingml/2006/main">
            <a:rect l="l" t="t" r="r" b="b"/>
            <a:pathLst>
              <a:path w="2502" h="2502">
                <a:moveTo>
                  <a:pt x="1239" y="287"/>
                </a:moveTo>
                <a:cubicBezTo>
                  <a:pt x="1763" y="287"/>
                  <a:pt x="2216" y="715"/>
                  <a:pt x="2216" y="1263"/>
                </a:cubicBezTo>
                <a:cubicBezTo>
                  <a:pt x="2216" y="1787"/>
                  <a:pt x="1787" y="2215"/>
                  <a:pt x="1239" y="2215"/>
                </a:cubicBezTo>
                <a:cubicBezTo>
                  <a:pt x="715" y="2215"/>
                  <a:pt x="287" y="1787"/>
                  <a:pt x="287" y="1263"/>
                </a:cubicBezTo>
                <a:cubicBezTo>
                  <a:pt x="287" y="715"/>
                  <a:pt x="715" y="287"/>
                  <a:pt x="1239" y="287"/>
                </a:cubicBezTo>
                <a:close/>
                <a:moveTo>
                  <a:pt x="1239" y="1"/>
                </a:moveTo>
                <a:cubicBezTo>
                  <a:pt x="549" y="1"/>
                  <a:pt x="1" y="548"/>
                  <a:pt x="1" y="1239"/>
                </a:cubicBezTo>
                <a:cubicBezTo>
                  <a:pt x="1" y="1954"/>
                  <a:pt x="549" y="2501"/>
                  <a:pt x="1239" y="2501"/>
                </a:cubicBezTo>
                <a:cubicBezTo>
                  <a:pt x="1930" y="2501"/>
                  <a:pt x="2501" y="1954"/>
                  <a:pt x="2501" y="1239"/>
                </a:cubicBezTo>
                <a:cubicBezTo>
                  <a:pt x="2501" y="572"/>
                  <a:pt x="1930" y="1"/>
                  <a:pt x="123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2" name="Google Shape;2839;p94">
            <a:extLst xmlns:a="http://schemas.openxmlformats.org/drawingml/2006/main">
              <a:ext uri="{FF2B5EF4-FFF2-40B4-BE49-F238E27FC236}">
                <a16:creationId xmlns:a16="http://schemas.microsoft.com/office/drawing/2014/main" id="{18635451-A733-4CC9-B50F-300CE78C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23092"/>
            <a:ext cx="99157" cy="23030"/>
          </a:xfrm>
          <a:custGeom xmlns:a="http://schemas.openxmlformats.org/drawingml/2006/main">
            <a:rect l="l" t="t" r="r" b="b"/>
            <a:pathLst>
              <a:path w="1359" h="311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1215" y="310"/>
                </a:lnTo>
                <a:cubicBezTo>
                  <a:pt x="1287" y="310"/>
                  <a:pt x="1358" y="239"/>
                  <a:pt x="1358" y="143"/>
                </a:cubicBezTo>
                <a:cubicBezTo>
                  <a:pt x="1358" y="72"/>
                  <a:pt x="1311" y="0"/>
                  <a:pt x="1215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3" name="Google Shape;2840;p94">
            <a:extLst xmlns:a="http://schemas.openxmlformats.org/drawingml/2006/main">
              <a:ext uri="{FF2B5EF4-FFF2-40B4-BE49-F238E27FC236}">
                <a16:creationId xmlns:a16="http://schemas.microsoft.com/office/drawing/2014/main" id="{26780036-310A-4D31-A416-A5EB695F5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19420" y="2067156"/>
            <a:ext cx="55670" cy="21254"/>
          </a:xfrm>
          <a:custGeom xmlns:a="http://schemas.openxmlformats.org/drawingml/2006/main">
            <a:rect l="l" t="t" r="r" b="b"/>
            <a:pathLst>
              <a:path w="763" h="287">
                <a:moveTo>
                  <a:pt x="143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3" y="287"/>
                </a:cubicBezTo>
                <a:lnTo>
                  <a:pt x="596" y="287"/>
                </a:lnTo>
                <a:cubicBezTo>
                  <a:pt x="691" y="287"/>
                  <a:pt x="763" y="215"/>
                  <a:pt x="763" y="144"/>
                </a:cubicBezTo>
                <a:cubicBezTo>
                  <a:pt x="763" y="72"/>
                  <a:pt x="691" y="1"/>
                  <a:pt x="59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4" name="Google Shape;2841;p94">
            <a:extLst xmlns:a="http://schemas.openxmlformats.org/drawingml/2006/main">
              <a:ext uri="{FF2B5EF4-FFF2-40B4-BE49-F238E27FC236}">
                <a16:creationId xmlns:a16="http://schemas.microsoft.com/office/drawing/2014/main" id="{76A8C9FE-70F9-46C6-890D-45DD60BF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67156"/>
            <a:ext cx="62675" cy="21254"/>
          </a:xfrm>
          <a:custGeom xmlns:a="http://schemas.openxmlformats.org/drawingml/2006/main">
            <a:rect l="l" t="t" r="r" b="b"/>
            <a:pathLst>
              <a:path w="859" h="287">
                <a:moveTo>
                  <a:pt x="144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4" y="287"/>
                </a:cubicBezTo>
                <a:lnTo>
                  <a:pt x="715" y="287"/>
                </a:lnTo>
                <a:cubicBezTo>
                  <a:pt x="787" y="287"/>
                  <a:pt x="858" y="215"/>
                  <a:pt x="858" y="144"/>
                </a:cubicBezTo>
                <a:cubicBezTo>
                  <a:pt x="858" y="72"/>
                  <a:pt x="811" y="1"/>
                  <a:pt x="7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5" name="Google Shape;2842;p94">
            <a:extLst xmlns:a="http://schemas.openxmlformats.org/drawingml/2006/main">
              <a:ext uri="{FF2B5EF4-FFF2-40B4-BE49-F238E27FC236}">
                <a16:creationId xmlns:a16="http://schemas.microsoft.com/office/drawing/2014/main" id="{97FED165-3DBA-426F-92BB-B0C3DB51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63821" y="2067156"/>
            <a:ext cx="41808" cy="21254"/>
          </a:xfrm>
          <a:custGeom xmlns:a="http://schemas.openxmlformats.org/drawingml/2006/main">
            <a:rect l="l" t="t" r="r" b="b"/>
            <a:pathLst>
              <a:path w="573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429" y="287"/>
                </a:lnTo>
                <a:cubicBezTo>
                  <a:pt x="501" y="287"/>
                  <a:pt x="572" y="215"/>
                  <a:pt x="572" y="144"/>
                </a:cubicBezTo>
                <a:cubicBezTo>
                  <a:pt x="572" y="72"/>
                  <a:pt x="501" y="1"/>
                  <a:pt x="42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6" name="Google Shape;2843;p94">
            <a:extLst xmlns:a="http://schemas.openxmlformats.org/drawingml/2006/main">
              <a:ext uri="{FF2B5EF4-FFF2-40B4-BE49-F238E27FC236}">
                <a16:creationId xmlns:a16="http://schemas.microsoft.com/office/drawing/2014/main" id="{386E4A42-856C-4795-ABCB-63A7928B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109516"/>
            <a:ext cx="187734" cy="22957"/>
          </a:xfrm>
          <a:custGeom xmlns:a="http://schemas.openxmlformats.org/drawingml/2006/main">
            <a:rect l="l" t="t" r="r" b="b"/>
            <a:pathLst>
              <a:path w="2573" h="310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2430" y="310"/>
                </a:lnTo>
                <a:cubicBezTo>
                  <a:pt x="2525" y="310"/>
                  <a:pt x="2573" y="239"/>
                  <a:pt x="2573" y="143"/>
                </a:cubicBezTo>
                <a:cubicBezTo>
                  <a:pt x="2573" y="72"/>
                  <a:pt x="2525" y="0"/>
                  <a:pt x="2430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4" name="Google Shape;2819;p94">
            <a:extLst xmlns:a="http://schemas.openxmlformats.org/drawingml/2006/main">
              <a:ext uri="{FF2B5EF4-FFF2-40B4-BE49-F238E27FC236}">
                <a16:creationId xmlns:a16="http://schemas.microsoft.com/office/drawing/2014/main" id="{148574C2-EBD4-4199-9829-8DFDEA9C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0541" y="1913934"/>
            <a:ext cx="38305" cy="28808"/>
          </a:xfrm>
          <a:custGeom xmlns:a="http://schemas.openxmlformats.org/drawingml/2006/main">
            <a:rect l="l" t="t" r="r" b="b"/>
            <a:pathLst>
              <a:path w="525" h="389">
                <a:moveTo>
                  <a:pt x="348" y="1"/>
                </a:moveTo>
                <a:cubicBezTo>
                  <a:pt x="335" y="1"/>
                  <a:pt x="323" y="3"/>
                  <a:pt x="310" y="7"/>
                </a:cubicBezTo>
                <a:lnTo>
                  <a:pt x="96" y="102"/>
                </a:lnTo>
                <a:cubicBezTo>
                  <a:pt x="24" y="126"/>
                  <a:pt x="1" y="221"/>
                  <a:pt x="24" y="293"/>
                </a:cubicBezTo>
                <a:cubicBezTo>
                  <a:pt x="48" y="340"/>
                  <a:pt x="96" y="388"/>
                  <a:pt x="143" y="388"/>
                </a:cubicBezTo>
                <a:cubicBezTo>
                  <a:pt x="167" y="388"/>
                  <a:pt x="191" y="388"/>
                  <a:pt x="215" y="364"/>
                </a:cubicBezTo>
                <a:lnTo>
                  <a:pt x="405" y="293"/>
                </a:lnTo>
                <a:cubicBezTo>
                  <a:pt x="477" y="269"/>
                  <a:pt x="524" y="174"/>
                  <a:pt x="501" y="102"/>
                </a:cubicBezTo>
                <a:cubicBezTo>
                  <a:pt x="461" y="44"/>
                  <a:pt x="406" y="1"/>
                  <a:pt x="34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5" name="Google Shape;2820;p94">
            <a:extLst xmlns:a="http://schemas.openxmlformats.org/drawingml/2006/main">
              <a:ext uri="{FF2B5EF4-FFF2-40B4-BE49-F238E27FC236}">
                <a16:creationId xmlns:a16="http://schemas.microsoft.com/office/drawing/2014/main" id="{57E0AF51-B6FC-41BD-911C-FDDBED10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7923" y="1873128"/>
            <a:ext cx="34876" cy="34287"/>
          </a:xfrm>
          <a:custGeom xmlns:a="http://schemas.openxmlformats.org/drawingml/2006/main">
            <a:rect l="l" t="t" r="r" b="b"/>
            <a:pathLst>
              <a:path w="478" h="463">
                <a:moveTo>
                  <a:pt x="298" y="1"/>
                </a:moveTo>
                <a:cubicBezTo>
                  <a:pt x="258" y="1"/>
                  <a:pt x="218" y="19"/>
                  <a:pt x="191" y="58"/>
                </a:cubicBezTo>
                <a:lnTo>
                  <a:pt x="49" y="225"/>
                </a:lnTo>
                <a:cubicBezTo>
                  <a:pt x="1" y="296"/>
                  <a:pt x="25" y="391"/>
                  <a:pt x="96" y="439"/>
                </a:cubicBezTo>
                <a:cubicBezTo>
                  <a:pt x="120" y="463"/>
                  <a:pt x="144" y="463"/>
                  <a:pt x="168" y="463"/>
                </a:cubicBezTo>
                <a:cubicBezTo>
                  <a:pt x="215" y="463"/>
                  <a:pt x="263" y="439"/>
                  <a:pt x="287" y="415"/>
                </a:cubicBezTo>
                <a:lnTo>
                  <a:pt x="430" y="225"/>
                </a:lnTo>
                <a:cubicBezTo>
                  <a:pt x="477" y="177"/>
                  <a:pt x="453" y="82"/>
                  <a:pt x="382" y="34"/>
                </a:cubicBezTo>
                <a:cubicBezTo>
                  <a:pt x="361" y="13"/>
                  <a:pt x="330" y="1"/>
                  <a:pt x="29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6" name="Google Shape;2821;p94">
            <a:extLst xmlns:a="http://schemas.openxmlformats.org/drawingml/2006/main">
              <a:ext uri="{FF2B5EF4-FFF2-40B4-BE49-F238E27FC236}">
                <a16:creationId xmlns:a16="http://schemas.microsoft.com/office/drawing/2014/main" id="{57B8954A-C826-4A9B-B657-89922358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9223" y="1960292"/>
            <a:ext cx="38305" cy="24735"/>
          </a:xfrm>
          <a:custGeom xmlns:a="http://schemas.openxmlformats.org/drawingml/2006/main">
            <a:rect l="l" t="t" r="r" b="b"/>
            <a:pathLst>
              <a:path w="525" h="334">
                <a:moveTo>
                  <a:pt x="191" y="0"/>
                </a:moveTo>
                <a:cubicBezTo>
                  <a:pt x="96" y="0"/>
                  <a:pt x="24" y="48"/>
                  <a:pt x="24" y="119"/>
                </a:cubicBezTo>
                <a:cubicBezTo>
                  <a:pt x="1" y="215"/>
                  <a:pt x="48" y="286"/>
                  <a:pt x="143" y="286"/>
                </a:cubicBezTo>
                <a:lnTo>
                  <a:pt x="358" y="334"/>
                </a:lnTo>
                <a:lnTo>
                  <a:pt x="382" y="334"/>
                </a:lnTo>
                <a:cubicBezTo>
                  <a:pt x="453" y="334"/>
                  <a:pt x="501" y="286"/>
                  <a:pt x="525" y="215"/>
                </a:cubicBezTo>
                <a:cubicBezTo>
                  <a:pt x="525" y="119"/>
                  <a:pt x="477" y="48"/>
                  <a:pt x="405" y="48"/>
                </a:cubicBezTo>
                <a:lnTo>
                  <a:pt x="191" y="0"/>
                </a:ln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7" name="Google Shape;2822;p94">
            <a:extLst xmlns:a="http://schemas.openxmlformats.org/drawingml/2006/main">
              <a:ext uri="{FF2B5EF4-FFF2-40B4-BE49-F238E27FC236}">
                <a16:creationId xmlns:a16="http://schemas.microsoft.com/office/drawing/2014/main" id="{0E034DD0-4B55-4B91-A037-3246A0A2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10488" y="1722647"/>
            <a:ext cx="738530" cy="731528"/>
          </a:xfrm>
          <a:custGeom xmlns:a="http://schemas.openxmlformats.org/drawingml/2006/main">
            <a:rect l="l" t="t" r="r" b="b"/>
            <a:pathLst>
              <a:path w="10122" h="9878">
                <a:moveTo>
                  <a:pt x="4787" y="423"/>
                </a:moveTo>
                <a:lnTo>
                  <a:pt x="6168" y="994"/>
                </a:lnTo>
                <a:lnTo>
                  <a:pt x="5240" y="1376"/>
                </a:lnTo>
                <a:cubicBezTo>
                  <a:pt x="5233" y="1382"/>
                  <a:pt x="5226" y="1385"/>
                  <a:pt x="5219" y="1385"/>
                </a:cubicBezTo>
                <a:cubicBezTo>
                  <a:pt x="5202" y="1385"/>
                  <a:pt x="5185" y="1369"/>
                  <a:pt x="5168" y="1352"/>
                </a:cubicBezTo>
                <a:lnTo>
                  <a:pt x="4787" y="423"/>
                </a:lnTo>
                <a:close/>
                <a:moveTo>
                  <a:pt x="8216" y="2066"/>
                </a:moveTo>
                <a:cubicBezTo>
                  <a:pt x="8264" y="2066"/>
                  <a:pt x="8312" y="2090"/>
                  <a:pt x="8312" y="2138"/>
                </a:cubicBezTo>
                <a:lnTo>
                  <a:pt x="8312" y="2566"/>
                </a:lnTo>
                <a:cubicBezTo>
                  <a:pt x="8312" y="2614"/>
                  <a:pt x="8264" y="2661"/>
                  <a:pt x="8216" y="2661"/>
                </a:cubicBezTo>
                <a:lnTo>
                  <a:pt x="7407" y="2661"/>
                </a:lnTo>
                <a:lnTo>
                  <a:pt x="7168" y="2066"/>
                </a:lnTo>
                <a:close/>
                <a:moveTo>
                  <a:pt x="8788" y="1280"/>
                </a:moveTo>
                <a:cubicBezTo>
                  <a:pt x="8931" y="1280"/>
                  <a:pt x="9050" y="1399"/>
                  <a:pt x="9050" y="1542"/>
                </a:cubicBezTo>
                <a:lnTo>
                  <a:pt x="9050" y="3924"/>
                </a:lnTo>
                <a:lnTo>
                  <a:pt x="7954" y="3924"/>
                </a:lnTo>
                <a:lnTo>
                  <a:pt x="7550" y="2947"/>
                </a:lnTo>
                <a:lnTo>
                  <a:pt x="8216" y="2947"/>
                </a:lnTo>
                <a:cubicBezTo>
                  <a:pt x="8431" y="2947"/>
                  <a:pt x="8597" y="2781"/>
                  <a:pt x="8597" y="2566"/>
                </a:cubicBezTo>
                <a:lnTo>
                  <a:pt x="8597" y="2138"/>
                </a:lnTo>
                <a:cubicBezTo>
                  <a:pt x="8597" y="1923"/>
                  <a:pt x="8431" y="1757"/>
                  <a:pt x="8216" y="1757"/>
                </a:cubicBezTo>
                <a:lnTo>
                  <a:pt x="7049" y="1757"/>
                </a:lnTo>
                <a:lnTo>
                  <a:pt x="6835" y="1280"/>
                </a:lnTo>
                <a:close/>
                <a:moveTo>
                  <a:pt x="4430" y="352"/>
                </a:moveTo>
                <a:lnTo>
                  <a:pt x="4906" y="1471"/>
                </a:lnTo>
                <a:cubicBezTo>
                  <a:pt x="4954" y="1614"/>
                  <a:pt x="5073" y="1685"/>
                  <a:pt x="5216" y="1685"/>
                </a:cubicBezTo>
                <a:cubicBezTo>
                  <a:pt x="5263" y="1685"/>
                  <a:pt x="5311" y="1685"/>
                  <a:pt x="5359" y="1661"/>
                </a:cubicBezTo>
                <a:lnTo>
                  <a:pt x="6478" y="1185"/>
                </a:lnTo>
                <a:lnTo>
                  <a:pt x="7621" y="3947"/>
                </a:lnTo>
                <a:lnTo>
                  <a:pt x="6907" y="3947"/>
                </a:lnTo>
                <a:cubicBezTo>
                  <a:pt x="6835" y="3947"/>
                  <a:pt x="6764" y="3995"/>
                  <a:pt x="6764" y="4090"/>
                </a:cubicBezTo>
                <a:cubicBezTo>
                  <a:pt x="6764" y="4162"/>
                  <a:pt x="6835" y="4233"/>
                  <a:pt x="6907" y="4233"/>
                </a:cubicBezTo>
                <a:lnTo>
                  <a:pt x="9574" y="4233"/>
                </a:lnTo>
                <a:cubicBezTo>
                  <a:pt x="9717" y="4233"/>
                  <a:pt x="9812" y="4352"/>
                  <a:pt x="9812" y="4471"/>
                </a:cubicBezTo>
                <a:lnTo>
                  <a:pt x="9812" y="8972"/>
                </a:lnTo>
                <a:cubicBezTo>
                  <a:pt x="9812" y="9330"/>
                  <a:pt x="9550" y="9591"/>
                  <a:pt x="9193" y="9591"/>
                </a:cubicBezTo>
                <a:lnTo>
                  <a:pt x="1596" y="9591"/>
                </a:lnTo>
                <a:cubicBezTo>
                  <a:pt x="1739" y="9425"/>
                  <a:pt x="1834" y="9210"/>
                  <a:pt x="1834" y="8972"/>
                </a:cubicBezTo>
                <a:lnTo>
                  <a:pt x="1834" y="7353"/>
                </a:lnTo>
                <a:cubicBezTo>
                  <a:pt x="1834" y="7281"/>
                  <a:pt x="1763" y="7210"/>
                  <a:pt x="1667" y="7210"/>
                </a:cubicBezTo>
                <a:cubicBezTo>
                  <a:pt x="1596" y="7210"/>
                  <a:pt x="1524" y="7281"/>
                  <a:pt x="1524" y="7353"/>
                </a:cubicBezTo>
                <a:lnTo>
                  <a:pt x="1524" y="8972"/>
                </a:lnTo>
                <a:cubicBezTo>
                  <a:pt x="1524" y="9330"/>
                  <a:pt x="1262" y="9591"/>
                  <a:pt x="905" y="9591"/>
                </a:cubicBezTo>
                <a:cubicBezTo>
                  <a:pt x="572" y="9591"/>
                  <a:pt x="286" y="9330"/>
                  <a:pt x="286" y="8972"/>
                </a:cubicBezTo>
                <a:lnTo>
                  <a:pt x="286" y="2590"/>
                </a:lnTo>
                <a:cubicBezTo>
                  <a:pt x="286" y="2447"/>
                  <a:pt x="405" y="2328"/>
                  <a:pt x="548" y="2328"/>
                </a:cubicBezTo>
                <a:lnTo>
                  <a:pt x="834" y="2328"/>
                </a:lnTo>
                <a:lnTo>
                  <a:pt x="1120" y="3066"/>
                </a:lnTo>
                <a:cubicBezTo>
                  <a:pt x="1155" y="3120"/>
                  <a:pt x="1204" y="3147"/>
                  <a:pt x="1257" y="3147"/>
                </a:cubicBezTo>
                <a:cubicBezTo>
                  <a:pt x="1274" y="3147"/>
                  <a:pt x="1292" y="3144"/>
                  <a:pt x="1310" y="3138"/>
                </a:cubicBezTo>
                <a:cubicBezTo>
                  <a:pt x="1382" y="3114"/>
                  <a:pt x="1429" y="3019"/>
                  <a:pt x="1405" y="2947"/>
                </a:cubicBezTo>
                <a:lnTo>
                  <a:pt x="953" y="1876"/>
                </a:lnTo>
                <a:cubicBezTo>
                  <a:pt x="929" y="1852"/>
                  <a:pt x="953" y="1804"/>
                  <a:pt x="977" y="1804"/>
                </a:cubicBezTo>
                <a:lnTo>
                  <a:pt x="4430" y="352"/>
                </a:lnTo>
                <a:close/>
                <a:moveTo>
                  <a:pt x="4513" y="0"/>
                </a:moveTo>
                <a:cubicBezTo>
                  <a:pt x="4495" y="0"/>
                  <a:pt x="4477" y="6"/>
                  <a:pt x="4454" y="18"/>
                </a:cubicBezTo>
                <a:lnTo>
                  <a:pt x="858" y="1518"/>
                </a:lnTo>
                <a:cubicBezTo>
                  <a:pt x="691" y="1590"/>
                  <a:pt x="596" y="1804"/>
                  <a:pt x="667" y="1971"/>
                </a:cubicBezTo>
                <a:lnTo>
                  <a:pt x="691" y="2042"/>
                </a:lnTo>
                <a:lnTo>
                  <a:pt x="548" y="2042"/>
                </a:lnTo>
                <a:cubicBezTo>
                  <a:pt x="238" y="2042"/>
                  <a:pt x="0" y="2280"/>
                  <a:pt x="0" y="2590"/>
                </a:cubicBezTo>
                <a:lnTo>
                  <a:pt x="0" y="8972"/>
                </a:lnTo>
                <a:cubicBezTo>
                  <a:pt x="0" y="9472"/>
                  <a:pt x="405" y="9877"/>
                  <a:pt x="905" y="9877"/>
                </a:cubicBezTo>
                <a:lnTo>
                  <a:pt x="9193" y="9877"/>
                </a:lnTo>
                <a:cubicBezTo>
                  <a:pt x="9717" y="9877"/>
                  <a:pt x="10121" y="9472"/>
                  <a:pt x="10121" y="8972"/>
                </a:cubicBezTo>
                <a:lnTo>
                  <a:pt x="10121" y="4471"/>
                </a:lnTo>
                <a:cubicBezTo>
                  <a:pt x="10121" y="4162"/>
                  <a:pt x="9860" y="3924"/>
                  <a:pt x="9574" y="3924"/>
                </a:cubicBezTo>
                <a:lnTo>
                  <a:pt x="9336" y="3924"/>
                </a:lnTo>
                <a:lnTo>
                  <a:pt x="9336" y="1542"/>
                </a:lnTo>
                <a:cubicBezTo>
                  <a:pt x="9336" y="1233"/>
                  <a:pt x="9097" y="994"/>
                  <a:pt x="8788" y="994"/>
                </a:cubicBezTo>
                <a:lnTo>
                  <a:pt x="6716" y="994"/>
                </a:lnTo>
                <a:lnTo>
                  <a:pt x="6692" y="923"/>
                </a:lnTo>
                <a:cubicBezTo>
                  <a:pt x="6668" y="899"/>
                  <a:pt x="6645" y="852"/>
                  <a:pt x="6621" y="852"/>
                </a:cubicBezTo>
                <a:lnTo>
                  <a:pt x="4573" y="18"/>
                </a:lnTo>
                <a:cubicBezTo>
                  <a:pt x="4549" y="6"/>
                  <a:pt x="4531" y="0"/>
                  <a:pt x="4513" y="0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8" name="Google Shape;2823;p94">
            <a:extLst xmlns:a="http://schemas.openxmlformats.org/drawingml/2006/main">
              <a:ext uri="{FF2B5EF4-FFF2-40B4-BE49-F238E27FC236}">
                <a16:creationId xmlns:a16="http://schemas.microsoft.com/office/drawing/2014/main" id="{06B94662-6FE6-4CF5-B934-EE5CBA83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07750" y="1881793"/>
            <a:ext cx="370213" cy="348361"/>
          </a:xfrm>
          <a:custGeom xmlns:a="http://schemas.openxmlformats.org/drawingml/2006/main">
            <a:rect l="l" t="t" r="r" b="b"/>
            <a:pathLst>
              <a:path w="5074" h="4704">
                <a:moveTo>
                  <a:pt x="2760" y="301"/>
                </a:moveTo>
                <a:cubicBezTo>
                  <a:pt x="2892" y="301"/>
                  <a:pt x="3021" y="325"/>
                  <a:pt x="3144" y="370"/>
                </a:cubicBezTo>
                <a:cubicBezTo>
                  <a:pt x="3430" y="489"/>
                  <a:pt x="3645" y="703"/>
                  <a:pt x="3740" y="965"/>
                </a:cubicBezTo>
                <a:cubicBezTo>
                  <a:pt x="3859" y="1227"/>
                  <a:pt x="3859" y="1513"/>
                  <a:pt x="3764" y="1775"/>
                </a:cubicBezTo>
                <a:lnTo>
                  <a:pt x="3287" y="1775"/>
                </a:lnTo>
                <a:cubicBezTo>
                  <a:pt x="3335" y="1679"/>
                  <a:pt x="3359" y="1560"/>
                  <a:pt x="3311" y="1441"/>
                </a:cubicBezTo>
                <a:cubicBezTo>
                  <a:pt x="3264" y="1346"/>
                  <a:pt x="3168" y="1275"/>
                  <a:pt x="3073" y="1227"/>
                </a:cubicBezTo>
                <a:cubicBezTo>
                  <a:pt x="3025" y="1203"/>
                  <a:pt x="2972" y="1191"/>
                  <a:pt x="2918" y="1191"/>
                </a:cubicBezTo>
                <a:cubicBezTo>
                  <a:pt x="2865" y="1191"/>
                  <a:pt x="2811" y="1203"/>
                  <a:pt x="2763" y="1227"/>
                </a:cubicBezTo>
                <a:lnTo>
                  <a:pt x="2621" y="1298"/>
                </a:lnTo>
                <a:cubicBezTo>
                  <a:pt x="2607" y="1303"/>
                  <a:pt x="2594" y="1305"/>
                  <a:pt x="2581" y="1305"/>
                </a:cubicBezTo>
                <a:cubicBezTo>
                  <a:pt x="2524" y="1305"/>
                  <a:pt x="2473" y="1266"/>
                  <a:pt x="2454" y="1227"/>
                </a:cubicBezTo>
                <a:cubicBezTo>
                  <a:pt x="2430" y="1155"/>
                  <a:pt x="2478" y="1108"/>
                  <a:pt x="2525" y="1084"/>
                </a:cubicBezTo>
                <a:lnTo>
                  <a:pt x="2668" y="1013"/>
                </a:lnTo>
                <a:cubicBezTo>
                  <a:pt x="2692" y="1001"/>
                  <a:pt x="2710" y="995"/>
                  <a:pt x="2728" y="995"/>
                </a:cubicBezTo>
                <a:cubicBezTo>
                  <a:pt x="2746" y="995"/>
                  <a:pt x="2763" y="1001"/>
                  <a:pt x="2787" y="1013"/>
                </a:cubicBezTo>
                <a:cubicBezTo>
                  <a:pt x="2815" y="1031"/>
                  <a:pt x="2842" y="1039"/>
                  <a:pt x="2868" y="1039"/>
                </a:cubicBezTo>
                <a:cubicBezTo>
                  <a:pt x="2910" y="1039"/>
                  <a:pt x="2948" y="1018"/>
                  <a:pt x="2978" y="989"/>
                </a:cubicBezTo>
                <a:cubicBezTo>
                  <a:pt x="3025" y="917"/>
                  <a:pt x="3002" y="822"/>
                  <a:pt x="2954" y="774"/>
                </a:cubicBezTo>
                <a:cubicBezTo>
                  <a:pt x="2892" y="728"/>
                  <a:pt x="2821" y="702"/>
                  <a:pt x="2746" y="702"/>
                </a:cubicBezTo>
                <a:cubicBezTo>
                  <a:pt x="2705" y="702"/>
                  <a:pt x="2663" y="710"/>
                  <a:pt x="2621" y="727"/>
                </a:cubicBezTo>
                <a:lnTo>
                  <a:pt x="2597" y="679"/>
                </a:lnTo>
                <a:cubicBezTo>
                  <a:pt x="2577" y="620"/>
                  <a:pt x="2509" y="578"/>
                  <a:pt x="2446" y="578"/>
                </a:cubicBezTo>
                <a:cubicBezTo>
                  <a:pt x="2432" y="578"/>
                  <a:pt x="2419" y="580"/>
                  <a:pt x="2406" y="584"/>
                </a:cubicBezTo>
                <a:cubicBezTo>
                  <a:pt x="2335" y="632"/>
                  <a:pt x="2311" y="703"/>
                  <a:pt x="2335" y="774"/>
                </a:cubicBezTo>
                <a:lnTo>
                  <a:pt x="2359" y="822"/>
                </a:lnTo>
                <a:cubicBezTo>
                  <a:pt x="2192" y="941"/>
                  <a:pt x="2120" y="1155"/>
                  <a:pt x="2192" y="1346"/>
                </a:cubicBezTo>
                <a:cubicBezTo>
                  <a:pt x="2264" y="1490"/>
                  <a:pt x="2418" y="1594"/>
                  <a:pt x="2582" y="1594"/>
                </a:cubicBezTo>
                <a:cubicBezTo>
                  <a:pt x="2635" y="1594"/>
                  <a:pt x="2688" y="1583"/>
                  <a:pt x="2740" y="1560"/>
                </a:cubicBezTo>
                <a:lnTo>
                  <a:pt x="2882" y="1489"/>
                </a:lnTo>
                <a:lnTo>
                  <a:pt x="2978" y="1489"/>
                </a:lnTo>
                <a:cubicBezTo>
                  <a:pt x="3002" y="1513"/>
                  <a:pt x="3025" y="1537"/>
                  <a:pt x="3025" y="1560"/>
                </a:cubicBezTo>
                <a:cubicBezTo>
                  <a:pt x="3049" y="1608"/>
                  <a:pt x="3025" y="1679"/>
                  <a:pt x="2978" y="1703"/>
                </a:cubicBezTo>
                <a:lnTo>
                  <a:pt x="2811" y="1775"/>
                </a:lnTo>
                <a:lnTo>
                  <a:pt x="2763" y="1775"/>
                </a:lnTo>
                <a:cubicBezTo>
                  <a:pt x="2740" y="1775"/>
                  <a:pt x="2716" y="1775"/>
                  <a:pt x="2692" y="1751"/>
                </a:cubicBezTo>
                <a:cubicBezTo>
                  <a:pt x="2668" y="1715"/>
                  <a:pt x="2632" y="1697"/>
                  <a:pt x="2594" y="1697"/>
                </a:cubicBezTo>
                <a:cubicBezTo>
                  <a:pt x="2555" y="1697"/>
                  <a:pt x="2513" y="1715"/>
                  <a:pt x="2478" y="1751"/>
                </a:cubicBezTo>
                <a:cubicBezTo>
                  <a:pt x="2478" y="1751"/>
                  <a:pt x="2478" y="1775"/>
                  <a:pt x="2454" y="1775"/>
                </a:cubicBezTo>
                <a:lnTo>
                  <a:pt x="1739" y="1775"/>
                </a:lnTo>
                <a:cubicBezTo>
                  <a:pt x="1620" y="1513"/>
                  <a:pt x="1620" y="1227"/>
                  <a:pt x="1739" y="965"/>
                </a:cubicBezTo>
                <a:cubicBezTo>
                  <a:pt x="1835" y="703"/>
                  <a:pt x="2049" y="489"/>
                  <a:pt x="2311" y="393"/>
                </a:cubicBezTo>
                <a:cubicBezTo>
                  <a:pt x="2462" y="331"/>
                  <a:pt x="2613" y="301"/>
                  <a:pt x="2760" y="301"/>
                </a:cubicBezTo>
                <a:close/>
                <a:moveTo>
                  <a:pt x="2740" y="0"/>
                </a:moveTo>
                <a:cubicBezTo>
                  <a:pt x="2561" y="0"/>
                  <a:pt x="2382" y="36"/>
                  <a:pt x="2216" y="108"/>
                </a:cubicBezTo>
                <a:cubicBezTo>
                  <a:pt x="1858" y="251"/>
                  <a:pt x="1596" y="512"/>
                  <a:pt x="1454" y="846"/>
                </a:cubicBezTo>
                <a:cubicBezTo>
                  <a:pt x="1335" y="1155"/>
                  <a:pt x="1311" y="1489"/>
                  <a:pt x="1406" y="1775"/>
                </a:cubicBezTo>
                <a:lnTo>
                  <a:pt x="739" y="1775"/>
                </a:lnTo>
                <a:cubicBezTo>
                  <a:pt x="644" y="1775"/>
                  <a:pt x="572" y="1798"/>
                  <a:pt x="501" y="1822"/>
                </a:cubicBezTo>
                <a:lnTo>
                  <a:pt x="311" y="1394"/>
                </a:lnTo>
                <a:cubicBezTo>
                  <a:pt x="293" y="1342"/>
                  <a:pt x="239" y="1303"/>
                  <a:pt x="183" y="1303"/>
                </a:cubicBezTo>
                <a:cubicBezTo>
                  <a:pt x="162" y="1303"/>
                  <a:pt x="140" y="1309"/>
                  <a:pt x="120" y="1322"/>
                </a:cubicBezTo>
                <a:cubicBezTo>
                  <a:pt x="49" y="1346"/>
                  <a:pt x="1" y="1441"/>
                  <a:pt x="49" y="1513"/>
                </a:cubicBezTo>
                <a:lnTo>
                  <a:pt x="263" y="2037"/>
                </a:lnTo>
                <a:cubicBezTo>
                  <a:pt x="215" y="2132"/>
                  <a:pt x="191" y="2227"/>
                  <a:pt x="191" y="2322"/>
                </a:cubicBezTo>
                <a:lnTo>
                  <a:pt x="191" y="4537"/>
                </a:lnTo>
                <a:cubicBezTo>
                  <a:pt x="191" y="4632"/>
                  <a:pt x="263" y="4704"/>
                  <a:pt x="334" y="4704"/>
                </a:cubicBezTo>
                <a:cubicBezTo>
                  <a:pt x="430" y="4704"/>
                  <a:pt x="501" y="4632"/>
                  <a:pt x="501" y="4537"/>
                </a:cubicBezTo>
                <a:lnTo>
                  <a:pt x="501" y="2322"/>
                </a:lnTo>
                <a:cubicBezTo>
                  <a:pt x="501" y="2179"/>
                  <a:pt x="596" y="2084"/>
                  <a:pt x="739" y="2084"/>
                </a:cubicBezTo>
                <a:lnTo>
                  <a:pt x="4907" y="2084"/>
                </a:lnTo>
                <a:cubicBezTo>
                  <a:pt x="5002" y="2084"/>
                  <a:pt x="5073" y="2013"/>
                  <a:pt x="5073" y="1918"/>
                </a:cubicBezTo>
                <a:cubicBezTo>
                  <a:pt x="5073" y="1846"/>
                  <a:pt x="5002" y="1775"/>
                  <a:pt x="4907" y="1775"/>
                </a:cubicBezTo>
                <a:lnTo>
                  <a:pt x="4073" y="1775"/>
                </a:lnTo>
                <a:cubicBezTo>
                  <a:pt x="4168" y="1465"/>
                  <a:pt x="4145" y="1155"/>
                  <a:pt x="4026" y="846"/>
                </a:cubicBezTo>
                <a:cubicBezTo>
                  <a:pt x="3883" y="512"/>
                  <a:pt x="3597" y="251"/>
                  <a:pt x="3264" y="108"/>
                </a:cubicBezTo>
                <a:cubicBezTo>
                  <a:pt x="3097" y="36"/>
                  <a:pt x="2918" y="0"/>
                  <a:pt x="2740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9" name="Google Shape;2824;p94">
            <a:extLst xmlns:a="http://schemas.openxmlformats.org/drawingml/2006/main">
              <a:ext uri="{FF2B5EF4-FFF2-40B4-BE49-F238E27FC236}">
                <a16:creationId xmlns:a16="http://schemas.microsoft.com/office/drawing/2014/main" id="{02B037F2-DC45-4341-8A79-CB3209AED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23435" y="1838099"/>
            <a:ext cx="102586" cy="55245"/>
          </a:xfrm>
          <a:custGeom xmlns:a="http://schemas.openxmlformats.org/drawingml/2006/main">
            <a:rect l="l" t="t" r="r" b="b"/>
            <a:pathLst>
              <a:path w="1406" h="746">
                <a:moveTo>
                  <a:pt x="1207" y="1"/>
                </a:moveTo>
                <a:cubicBezTo>
                  <a:pt x="1193" y="1"/>
                  <a:pt x="1180" y="3"/>
                  <a:pt x="1167" y="7"/>
                </a:cubicBezTo>
                <a:lnTo>
                  <a:pt x="119" y="460"/>
                </a:lnTo>
                <a:cubicBezTo>
                  <a:pt x="48" y="483"/>
                  <a:pt x="0" y="579"/>
                  <a:pt x="24" y="650"/>
                </a:cubicBezTo>
                <a:cubicBezTo>
                  <a:pt x="48" y="721"/>
                  <a:pt x="119" y="745"/>
                  <a:pt x="167" y="745"/>
                </a:cubicBezTo>
                <a:lnTo>
                  <a:pt x="215" y="745"/>
                </a:lnTo>
                <a:lnTo>
                  <a:pt x="1286" y="293"/>
                </a:lnTo>
                <a:cubicBezTo>
                  <a:pt x="1358" y="269"/>
                  <a:pt x="1405" y="174"/>
                  <a:pt x="1358" y="102"/>
                </a:cubicBezTo>
                <a:cubicBezTo>
                  <a:pt x="1338" y="44"/>
                  <a:pt x="1270" y="1"/>
                  <a:pt x="120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0" name="Google Shape;2825;p94">
            <a:extLst xmlns:a="http://schemas.openxmlformats.org/drawingml/2006/main">
              <a:ext uri="{FF2B5EF4-FFF2-40B4-BE49-F238E27FC236}">
                <a16:creationId xmlns:a16="http://schemas.microsoft.com/office/drawing/2014/main" id="{C50B4741-907E-42DE-BA0B-3176B42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39050" y="1891866"/>
            <a:ext cx="55670" cy="34955"/>
          </a:xfrm>
          <a:custGeom xmlns:a="http://schemas.openxmlformats.org/drawingml/2006/main">
            <a:rect l="l" t="t" r="r" b="b"/>
            <a:pathLst>
              <a:path w="763" h="472">
                <a:moveTo>
                  <a:pt x="599" y="0"/>
                </a:moveTo>
                <a:cubicBezTo>
                  <a:pt x="576" y="0"/>
                  <a:pt x="551" y="6"/>
                  <a:pt x="525" y="19"/>
                </a:cubicBezTo>
                <a:lnTo>
                  <a:pt x="96" y="186"/>
                </a:lnTo>
                <a:cubicBezTo>
                  <a:pt x="24" y="234"/>
                  <a:pt x="1" y="305"/>
                  <a:pt x="24" y="376"/>
                </a:cubicBezTo>
                <a:cubicBezTo>
                  <a:pt x="48" y="448"/>
                  <a:pt x="96" y="472"/>
                  <a:pt x="167" y="472"/>
                </a:cubicBezTo>
                <a:lnTo>
                  <a:pt x="215" y="472"/>
                </a:lnTo>
                <a:lnTo>
                  <a:pt x="644" y="281"/>
                </a:lnTo>
                <a:cubicBezTo>
                  <a:pt x="715" y="257"/>
                  <a:pt x="763" y="162"/>
                  <a:pt x="739" y="91"/>
                </a:cubicBezTo>
                <a:cubicBezTo>
                  <a:pt x="705" y="39"/>
                  <a:pt x="658" y="0"/>
                  <a:pt x="59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1" name="Google Shape;2826;p94">
            <a:extLst xmlns:a="http://schemas.openxmlformats.org/drawingml/2006/main">
              <a:ext uri="{FF2B5EF4-FFF2-40B4-BE49-F238E27FC236}">
                <a16:creationId xmlns:a16="http://schemas.microsoft.com/office/drawing/2014/main" id="{36AB534A-DCD7-4445-B575-A5862273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35907"/>
            <a:ext cx="76537" cy="21254"/>
          </a:xfrm>
          <a:custGeom xmlns:a="http://schemas.openxmlformats.org/drawingml/2006/main">
            <a:rect l="l" t="t" r="r" b="b"/>
            <a:pathLst>
              <a:path w="1049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6"/>
                  <a:pt x="143" y="286"/>
                </a:cubicBezTo>
                <a:lnTo>
                  <a:pt x="905" y="286"/>
                </a:lnTo>
                <a:cubicBezTo>
                  <a:pt x="977" y="286"/>
                  <a:pt x="1048" y="215"/>
                  <a:pt x="1048" y="144"/>
                </a:cubicBezTo>
                <a:cubicBezTo>
                  <a:pt x="1048" y="48"/>
                  <a:pt x="977" y="1"/>
                  <a:pt x="90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2" name="Google Shape;2827;p94">
            <a:extLst xmlns:a="http://schemas.openxmlformats.org/drawingml/2006/main">
              <a:ext uri="{FF2B5EF4-FFF2-40B4-BE49-F238E27FC236}">
                <a16:creationId xmlns:a16="http://schemas.microsoft.com/office/drawing/2014/main" id="{B5DD2815-B50D-4491-A04C-6F99AB02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74713"/>
            <a:ext cx="177299" cy="23030"/>
          </a:xfrm>
          <a:custGeom xmlns:a="http://schemas.openxmlformats.org/drawingml/2006/main">
            <a:rect l="l" t="t" r="r" b="b"/>
            <a:pathLst>
              <a:path w="2430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86" y="310"/>
                </a:lnTo>
                <a:cubicBezTo>
                  <a:pt x="2358" y="310"/>
                  <a:pt x="2429" y="239"/>
                  <a:pt x="2429" y="143"/>
                </a:cubicBezTo>
                <a:cubicBezTo>
                  <a:pt x="2429" y="72"/>
                  <a:pt x="2358" y="1"/>
                  <a:pt x="228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8" name="Google Shape;2806;p94">
            <a:extLst xmlns:a="http://schemas.openxmlformats.org/drawingml/2006/main">
              <a:ext uri="{FF2B5EF4-FFF2-40B4-BE49-F238E27FC236}">
                <a16:creationId xmlns:a16="http://schemas.microsoft.com/office/drawing/2014/main" id="{DF5EB72A-9714-47B1-AA38-FD4B1CF3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57324" y="1749715"/>
            <a:ext cx="738604" cy="694944"/>
          </a:xfrm>
          <a:custGeom xmlns:a="http://schemas.openxmlformats.org/drawingml/2006/main">
            <a:rect l="l" t="t" r="r" b="b"/>
            <a:pathLst>
              <a:path w="10123" h="9384">
                <a:moveTo>
                  <a:pt x="5073" y="8550"/>
                </a:moveTo>
                <a:cubicBezTo>
                  <a:pt x="5216" y="8550"/>
                  <a:pt x="5335" y="8669"/>
                  <a:pt x="5335" y="8812"/>
                </a:cubicBezTo>
                <a:cubicBezTo>
                  <a:pt x="5335" y="8954"/>
                  <a:pt x="5216" y="9097"/>
                  <a:pt x="5073" y="9097"/>
                </a:cubicBezTo>
                <a:cubicBezTo>
                  <a:pt x="4907" y="9097"/>
                  <a:pt x="4788" y="8954"/>
                  <a:pt x="4788" y="8812"/>
                </a:cubicBezTo>
                <a:cubicBezTo>
                  <a:pt x="4788" y="8669"/>
                  <a:pt x="4907" y="8550"/>
                  <a:pt x="5073" y="8550"/>
                </a:cubicBezTo>
                <a:close/>
                <a:moveTo>
                  <a:pt x="358" y="0"/>
                </a:moveTo>
                <a:cubicBezTo>
                  <a:pt x="168" y="0"/>
                  <a:pt x="1" y="167"/>
                  <a:pt x="1" y="357"/>
                </a:cubicBezTo>
                <a:lnTo>
                  <a:pt x="1" y="953"/>
                </a:lnTo>
                <a:cubicBezTo>
                  <a:pt x="1" y="1143"/>
                  <a:pt x="144" y="1286"/>
                  <a:pt x="334" y="1286"/>
                </a:cubicBezTo>
                <a:lnTo>
                  <a:pt x="334" y="5168"/>
                </a:lnTo>
                <a:cubicBezTo>
                  <a:pt x="334" y="5239"/>
                  <a:pt x="406" y="5311"/>
                  <a:pt x="477" y="5311"/>
                </a:cubicBezTo>
                <a:cubicBezTo>
                  <a:pt x="572" y="5311"/>
                  <a:pt x="644" y="5263"/>
                  <a:pt x="644" y="5168"/>
                </a:cubicBezTo>
                <a:lnTo>
                  <a:pt x="644" y="1286"/>
                </a:lnTo>
                <a:lnTo>
                  <a:pt x="7741" y="1286"/>
                </a:lnTo>
                <a:cubicBezTo>
                  <a:pt x="7812" y="1286"/>
                  <a:pt x="7884" y="1239"/>
                  <a:pt x="7884" y="1143"/>
                </a:cubicBezTo>
                <a:cubicBezTo>
                  <a:pt x="7884" y="1072"/>
                  <a:pt x="7812" y="1000"/>
                  <a:pt x="7741" y="1000"/>
                </a:cubicBezTo>
                <a:lnTo>
                  <a:pt x="358" y="1000"/>
                </a:lnTo>
                <a:cubicBezTo>
                  <a:pt x="334" y="1000"/>
                  <a:pt x="311" y="977"/>
                  <a:pt x="311" y="953"/>
                </a:cubicBezTo>
                <a:lnTo>
                  <a:pt x="311" y="357"/>
                </a:lnTo>
                <a:cubicBezTo>
                  <a:pt x="311" y="310"/>
                  <a:pt x="334" y="286"/>
                  <a:pt x="358" y="286"/>
                </a:cubicBezTo>
                <a:lnTo>
                  <a:pt x="9789" y="286"/>
                </a:lnTo>
                <a:cubicBezTo>
                  <a:pt x="9812" y="286"/>
                  <a:pt x="9836" y="334"/>
                  <a:pt x="9836" y="357"/>
                </a:cubicBezTo>
                <a:lnTo>
                  <a:pt x="9836" y="953"/>
                </a:lnTo>
                <a:cubicBezTo>
                  <a:pt x="9836" y="977"/>
                  <a:pt x="9812" y="1000"/>
                  <a:pt x="9789" y="1000"/>
                </a:cubicBezTo>
                <a:lnTo>
                  <a:pt x="8407" y="1000"/>
                </a:lnTo>
                <a:cubicBezTo>
                  <a:pt x="8312" y="1000"/>
                  <a:pt x="8241" y="1072"/>
                  <a:pt x="8241" y="1143"/>
                </a:cubicBezTo>
                <a:cubicBezTo>
                  <a:pt x="8241" y="1239"/>
                  <a:pt x="8312" y="1286"/>
                  <a:pt x="8407" y="1286"/>
                </a:cubicBezTo>
                <a:lnTo>
                  <a:pt x="9503" y="1286"/>
                </a:lnTo>
                <a:lnTo>
                  <a:pt x="9503" y="7335"/>
                </a:lnTo>
                <a:cubicBezTo>
                  <a:pt x="9503" y="7359"/>
                  <a:pt x="9479" y="7383"/>
                  <a:pt x="9455" y="7383"/>
                </a:cubicBezTo>
                <a:lnTo>
                  <a:pt x="692" y="7383"/>
                </a:lnTo>
                <a:cubicBezTo>
                  <a:pt x="668" y="7383"/>
                  <a:pt x="644" y="7359"/>
                  <a:pt x="644" y="7335"/>
                </a:cubicBezTo>
                <a:lnTo>
                  <a:pt x="644" y="5835"/>
                </a:lnTo>
                <a:cubicBezTo>
                  <a:pt x="644" y="5740"/>
                  <a:pt x="572" y="5692"/>
                  <a:pt x="477" y="5692"/>
                </a:cubicBezTo>
                <a:cubicBezTo>
                  <a:pt x="406" y="5692"/>
                  <a:pt x="334" y="5740"/>
                  <a:pt x="334" y="5835"/>
                </a:cubicBezTo>
                <a:lnTo>
                  <a:pt x="334" y="7335"/>
                </a:lnTo>
                <a:cubicBezTo>
                  <a:pt x="334" y="7526"/>
                  <a:pt x="501" y="7668"/>
                  <a:pt x="692" y="7668"/>
                </a:cubicBezTo>
                <a:lnTo>
                  <a:pt x="4907" y="7668"/>
                </a:lnTo>
                <a:lnTo>
                  <a:pt x="4907" y="8264"/>
                </a:lnTo>
                <a:cubicBezTo>
                  <a:pt x="4669" y="8335"/>
                  <a:pt x="4502" y="8550"/>
                  <a:pt x="4502" y="8812"/>
                </a:cubicBezTo>
                <a:cubicBezTo>
                  <a:pt x="4502" y="9121"/>
                  <a:pt x="4740" y="9383"/>
                  <a:pt x="5073" y="9383"/>
                </a:cubicBezTo>
                <a:cubicBezTo>
                  <a:pt x="5383" y="9383"/>
                  <a:pt x="5621" y="9121"/>
                  <a:pt x="5621" y="8812"/>
                </a:cubicBezTo>
                <a:cubicBezTo>
                  <a:pt x="5621" y="8550"/>
                  <a:pt x="5454" y="8335"/>
                  <a:pt x="5216" y="8264"/>
                </a:cubicBezTo>
                <a:lnTo>
                  <a:pt x="5216" y="7668"/>
                </a:lnTo>
                <a:lnTo>
                  <a:pt x="9431" y="7668"/>
                </a:lnTo>
                <a:cubicBezTo>
                  <a:pt x="9622" y="7668"/>
                  <a:pt x="9789" y="7526"/>
                  <a:pt x="9789" y="7335"/>
                </a:cubicBezTo>
                <a:lnTo>
                  <a:pt x="9789" y="1286"/>
                </a:lnTo>
                <a:cubicBezTo>
                  <a:pt x="9979" y="1286"/>
                  <a:pt x="10122" y="1143"/>
                  <a:pt x="10122" y="953"/>
                </a:cubicBezTo>
                <a:lnTo>
                  <a:pt x="10122" y="357"/>
                </a:lnTo>
                <a:cubicBezTo>
                  <a:pt x="10122" y="167"/>
                  <a:pt x="9979" y="0"/>
                  <a:pt x="9789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9" name="Google Shape;2807;p94">
            <a:extLst xmlns:a="http://schemas.openxmlformats.org/drawingml/2006/main">
              <a:ext uri="{FF2B5EF4-FFF2-40B4-BE49-F238E27FC236}">
                <a16:creationId xmlns:a16="http://schemas.microsoft.com/office/drawing/2014/main" id="{03D26D72-6983-4EF2-8819-908F4C3C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15126" y="2192350"/>
            <a:ext cx="99083" cy="21254"/>
          </a:xfrm>
          <a:custGeom xmlns:a="http://schemas.openxmlformats.org/drawingml/2006/main">
            <a:rect l="l" t="t" r="r" b="b"/>
            <a:pathLst>
              <a:path w="1358" h="287">
                <a:moveTo>
                  <a:pt x="167" y="1"/>
                </a:moveTo>
                <a:cubicBezTo>
                  <a:pt x="72" y="1"/>
                  <a:pt x="0" y="72"/>
                  <a:pt x="0" y="144"/>
                </a:cubicBezTo>
                <a:cubicBezTo>
                  <a:pt x="0" y="239"/>
                  <a:pt x="72" y="286"/>
                  <a:pt x="167" y="286"/>
                </a:cubicBezTo>
                <a:lnTo>
                  <a:pt x="1191" y="286"/>
                </a:lnTo>
                <a:cubicBezTo>
                  <a:pt x="1286" y="286"/>
                  <a:pt x="1358" y="239"/>
                  <a:pt x="1358" y="144"/>
                </a:cubicBezTo>
                <a:cubicBezTo>
                  <a:pt x="1334" y="72"/>
                  <a:pt x="1286" y="1"/>
                  <a:pt x="119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0" name="Google Shape;2808;p94">
            <a:extLst xmlns:a="http://schemas.openxmlformats.org/drawingml/2006/main">
              <a:ext uri="{FF2B5EF4-FFF2-40B4-BE49-F238E27FC236}">
                <a16:creationId xmlns:a16="http://schemas.microsoft.com/office/drawing/2014/main" id="{F73A84BD-EA2A-4D95-A6B3-BA2F7CC3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231154"/>
            <a:ext cx="173796" cy="23030"/>
          </a:xfrm>
          <a:custGeom xmlns:a="http://schemas.openxmlformats.org/drawingml/2006/main">
            <a:rect l="l" t="t" r="r" b="b"/>
            <a:pathLst>
              <a:path w="2382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15" y="310"/>
                </a:lnTo>
                <a:cubicBezTo>
                  <a:pt x="2310" y="310"/>
                  <a:pt x="2382" y="239"/>
                  <a:pt x="2382" y="143"/>
                </a:cubicBezTo>
                <a:cubicBezTo>
                  <a:pt x="2382" y="72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1" name="Google Shape;2809;p94">
            <a:extLst xmlns:a="http://schemas.openxmlformats.org/drawingml/2006/main">
              <a:ext uri="{FF2B5EF4-FFF2-40B4-BE49-F238E27FC236}">
                <a16:creationId xmlns:a16="http://schemas.microsoft.com/office/drawing/2014/main" id="{790C7646-D6B3-419D-BDF3-09F1AA2B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03160"/>
            <a:ext cx="36555" cy="22957"/>
          </a:xfrm>
          <a:custGeom xmlns:a="http://schemas.openxmlformats.org/drawingml/2006/main">
            <a:rect l="l" t="t" r="r" b="b"/>
            <a:pathLst>
              <a:path w="501" h="310">
                <a:moveTo>
                  <a:pt x="143" y="0"/>
                </a:moveTo>
                <a:cubicBezTo>
                  <a:pt x="72" y="0"/>
                  <a:pt x="0" y="72"/>
                  <a:pt x="0" y="143"/>
                </a:cubicBezTo>
                <a:cubicBezTo>
                  <a:pt x="0" y="238"/>
                  <a:pt x="72" y="310"/>
                  <a:pt x="143" y="310"/>
                </a:cubicBezTo>
                <a:lnTo>
                  <a:pt x="334" y="310"/>
                </a:lnTo>
                <a:cubicBezTo>
                  <a:pt x="429" y="310"/>
                  <a:pt x="500" y="238"/>
                  <a:pt x="500" y="143"/>
                </a:cubicBezTo>
                <a:cubicBezTo>
                  <a:pt x="500" y="72"/>
                  <a:pt x="429" y="0"/>
                  <a:pt x="334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2" name="Google Shape;2810;p94">
            <a:extLst xmlns:a="http://schemas.openxmlformats.org/drawingml/2006/main">
              <a:ext uri="{FF2B5EF4-FFF2-40B4-BE49-F238E27FC236}">
                <a16:creationId xmlns:a16="http://schemas.microsoft.com/office/drawing/2014/main" id="{8FB3E07A-5D5E-4301-807A-B5A2E277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94259" y="1903160"/>
            <a:ext cx="119950" cy="22957"/>
          </a:xfrm>
          <a:custGeom xmlns:a="http://schemas.openxmlformats.org/drawingml/2006/main">
            <a:rect l="l" t="t" r="r" b="b"/>
            <a:pathLst>
              <a:path w="1644" h="310">
                <a:moveTo>
                  <a:pt x="143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8"/>
                  <a:pt x="72" y="310"/>
                  <a:pt x="143" y="310"/>
                </a:cubicBezTo>
                <a:lnTo>
                  <a:pt x="1477" y="310"/>
                </a:lnTo>
                <a:cubicBezTo>
                  <a:pt x="1572" y="310"/>
                  <a:pt x="1644" y="238"/>
                  <a:pt x="1644" y="143"/>
                </a:cubicBezTo>
                <a:cubicBezTo>
                  <a:pt x="1644" y="72"/>
                  <a:pt x="1572" y="0"/>
                  <a:pt x="147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3" name="Google Shape;2811;p94">
            <a:extLst xmlns:a="http://schemas.openxmlformats.org/drawingml/2006/main">
              <a:ext uri="{FF2B5EF4-FFF2-40B4-BE49-F238E27FC236}">
                <a16:creationId xmlns:a16="http://schemas.microsoft.com/office/drawing/2014/main" id="{EC9E0779-D157-4AE3-A4AE-1572197E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43669"/>
            <a:ext cx="173796" cy="21254"/>
          </a:xfrm>
          <a:custGeom xmlns:a="http://schemas.openxmlformats.org/drawingml/2006/main">
            <a:rect l="l" t="t" r="r" b="b"/>
            <a:pathLst>
              <a:path w="2382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2215" y="287"/>
                </a:lnTo>
                <a:cubicBezTo>
                  <a:pt x="2310" y="287"/>
                  <a:pt x="2382" y="215"/>
                  <a:pt x="2382" y="144"/>
                </a:cubicBezTo>
                <a:cubicBezTo>
                  <a:pt x="2382" y="48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4" name="Google Shape;2812;p94">
            <a:extLst xmlns:a="http://schemas.openxmlformats.org/drawingml/2006/main">
              <a:ext uri="{FF2B5EF4-FFF2-40B4-BE49-F238E27FC236}">
                <a16:creationId xmlns:a16="http://schemas.microsoft.com/office/drawing/2014/main" id="{BCFE82E2-ACAF-448C-87DF-54984860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008912"/>
            <a:ext cx="173796" cy="141225"/>
          </a:xfrm>
          <a:custGeom xmlns:a="http://schemas.openxmlformats.org/drawingml/2006/main">
            <a:rect l="l" t="t" r="r" b="b"/>
            <a:pathLst>
              <a:path w="2382" h="1907">
                <a:moveTo>
                  <a:pt x="143" y="1"/>
                </a:moveTo>
                <a:cubicBezTo>
                  <a:pt x="48" y="1"/>
                  <a:pt x="0" y="49"/>
                  <a:pt x="0" y="144"/>
                </a:cubicBezTo>
                <a:lnTo>
                  <a:pt x="0" y="1763"/>
                </a:lnTo>
                <a:cubicBezTo>
                  <a:pt x="0" y="1835"/>
                  <a:pt x="72" y="1906"/>
                  <a:pt x="143" y="1906"/>
                </a:cubicBezTo>
                <a:lnTo>
                  <a:pt x="2215" y="1906"/>
                </a:lnTo>
                <a:cubicBezTo>
                  <a:pt x="2310" y="1906"/>
                  <a:pt x="2382" y="1835"/>
                  <a:pt x="2382" y="1763"/>
                </a:cubicBezTo>
                <a:cubicBezTo>
                  <a:pt x="2382" y="1668"/>
                  <a:pt x="2310" y="1597"/>
                  <a:pt x="2215" y="1597"/>
                </a:cubicBezTo>
                <a:lnTo>
                  <a:pt x="1858" y="1597"/>
                </a:lnTo>
                <a:lnTo>
                  <a:pt x="1858" y="311"/>
                </a:lnTo>
                <a:cubicBezTo>
                  <a:pt x="1858" y="239"/>
                  <a:pt x="1786" y="168"/>
                  <a:pt x="1715" y="168"/>
                </a:cubicBezTo>
                <a:cubicBezTo>
                  <a:pt x="1644" y="168"/>
                  <a:pt x="1572" y="239"/>
                  <a:pt x="1572" y="311"/>
                </a:cubicBezTo>
                <a:lnTo>
                  <a:pt x="1572" y="1597"/>
                </a:lnTo>
                <a:lnTo>
                  <a:pt x="1334" y="1597"/>
                </a:lnTo>
                <a:lnTo>
                  <a:pt x="1334" y="1120"/>
                </a:lnTo>
                <a:cubicBezTo>
                  <a:pt x="1334" y="1049"/>
                  <a:pt x="1263" y="977"/>
                  <a:pt x="1191" y="977"/>
                </a:cubicBezTo>
                <a:cubicBezTo>
                  <a:pt x="1096" y="977"/>
                  <a:pt x="1024" y="1049"/>
                  <a:pt x="1024" y="1120"/>
                </a:cubicBezTo>
                <a:lnTo>
                  <a:pt x="1024" y="1597"/>
                </a:lnTo>
                <a:lnTo>
                  <a:pt x="786" y="1597"/>
                </a:lnTo>
                <a:lnTo>
                  <a:pt x="786" y="763"/>
                </a:lnTo>
                <a:cubicBezTo>
                  <a:pt x="786" y="668"/>
                  <a:pt x="739" y="596"/>
                  <a:pt x="643" y="596"/>
                </a:cubicBezTo>
                <a:cubicBezTo>
                  <a:pt x="572" y="596"/>
                  <a:pt x="500" y="668"/>
                  <a:pt x="500" y="763"/>
                </a:cubicBezTo>
                <a:lnTo>
                  <a:pt x="500" y="1597"/>
                </a:lnTo>
                <a:lnTo>
                  <a:pt x="286" y="1597"/>
                </a:lnTo>
                <a:lnTo>
                  <a:pt x="286" y="144"/>
                </a:lnTo>
                <a:cubicBezTo>
                  <a:pt x="286" y="72"/>
                  <a:pt x="215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5" name="Google Shape;2813;p94">
            <a:extLst xmlns:a="http://schemas.openxmlformats.org/drawingml/2006/main">
              <a:ext uri="{FF2B5EF4-FFF2-40B4-BE49-F238E27FC236}">
                <a16:creationId xmlns:a16="http://schemas.microsoft.com/office/drawing/2014/main" id="{FC69A224-7204-4F13-827A-8F6CFF13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33790" y="1885460"/>
            <a:ext cx="364959" cy="370429"/>
          </a:xfrm>
          <a:custGeom xmlns:a="http://schemas.openxmlformats.org/drawingml/2006/main">
            <a:rect l="l" t="t" r="r" b="b"/>
            <a:pathLst>
              <a:path w="5002" h="5002">
                <a:moveTo>
                  <a:pt x="2501" y="1215"/>
                </a:moveTo>
                <a:cubicBezTo>
                  <a:pt x="3216" y="1215"/>
                  <a:pt x="3811" y="1787"/>
                  <a:pt x="3811" y="2501"/>
                </a:cubicBezTo>
                <a:cubicBezTo>
                  <a:pt x="3811" y="3240"/>
                  <a:pt x="3216" y="3811"/>
                  <a:pt x="2501" y="3811"/>
                </a:cubicBezTo>
                <a:cubicBezTo>
                  <a:pt x="1787" y="3811"/>
                  <a:pt x="1215" y="3216"/>
                  <a:pt x="1215" y="2501"/>
                </a:cubicBezTo>
                <a:cubicBezTo>
                  <a:pt x="1215" y="1787"/>
                  <a:pt x="1787" y="1215"/>
                  <a:pt x="2501" y="1215"/>
                </a:cubicBezTo>
                <a:close/>
                <a:moveTo>
                  <a:pt x="4692" y="2668"/>
                </a:moveTo>
                <a:cubicBezTo>
                  <a:pt x="4668" y="3121"/>
                  <a:pt x="4502" y="3549"/>
                  <a:pt x="4216" y="3883"/>
                </a:cubicBezTo>
                <a:lnTo>
                  <a:pt x="3787" y="3454"/>
                </a:lnTo>
                <a:cubicBezTo>
                  <a:pt x="3954" y="3216"/>
                  <a:pt x="4073" y="2954"/>
                  <a:pt x="4097" y="2668"/>
                </a:cubicBezTo>
                <a:close/>
                <a:moveTo>
                  <a:pt x="2358" y="311"/>
                </a:moveTo>
                <a:lnTo>
                  <a:pt x="2358" y="930"/>
                </a:lnTo>
                <a:cubicBezTo>
                  <a:pt x="1549" y="1001"/>
                  <a:pt x="906" y="1692"/>
                  <a:pt x="906" y="2501"/>
                </a:cubicBezTo>
                <a:cubicBezTo>
                  <a:pt x="906" y="3383"/>
                  <a:pt x="1620" y="4097"/>
                  <a:pt x="2501" y="4097"/>
                </a:cubicBezTo>
                <a:cubicBezTo>
                  <a:pt x="2930" y="4097"/>
                  <a:pt x="3311" y="3954"/>
                  <a:pt x="3597" y="3668"/>
                </a:cubicBezTo>
                <a:cubicBezTo>
                  <a:pt x="3740" y="3811"/>
                  <a:pt x="3883" y="3954"/>
                  <a:pt x="4025" y="4097"/>
                </a:cubicBezTo>
                <a:cubicBezTo>
                  <a:pt x="3644" y="4478"/>
                  <a:pt x="3097" y="4716"/>
                  <a:pt x="2501" y="4716"/>
                </a:cubicBezTo>
                <a:cubicBezTo>
                  <a:pt x="1287" y="4716"/>
                  <a:pt x="310" y="3716"/>
                  <a:pt x="310" y="2501"/>
                </a:cubicBezTo>
                <a:cubicBezTo>
                  <a:pt x="310" y="1335"/>
                  <a:pt x="1215" y="382"/>
                  <a:pt x="2358" y="311"/>
                </a:cubicBezTo>
                <a:close/>
                <a:moveTo>
                  <a:pt x="2501" y="1"/>
                </a:moveTo>
                <a:cubicBezTo>
                  <a:pt x="1120" y="1"/>
                  <a:pt x="1" y="1144"/>
                  <a:pt x="1" y="2501"/>
                </a:cubicBezTo>
                <a:cubicBezTo>
                  <a:pt x="1" y="3883"/>
                  <a:pt x="1120" y="5002"/>
                  <a:pt x="2501" y="5002"/>
                </a:cubicBezTo>
                <a:cubicBezTo>
                  <a:pt x="3883" y="5002"/>
                  <a:pt x="5002" y="3883"/>
                  <a:pt x="5002" y="2501"/>
                </a:cubicBezTo>
                <a:cubicBezTo>
                  <a:pt x="5002" y="1978"/>
                  <a:pt x="4835" y="1477"/>
                  <a:pt x="4526" y="1049"/>
                </a:cubicBezTo>
                <a:cubicBezTo>
                  <a:pt x="4499" y="1009"/>
                  <a:pt x="4459" y="992"/>
                  <a:pt x="4415" y="992"/>
                </a:cubicBezTo>
                <a:cubicBezTo>
                  <a:pt x="4380" y="992"/>
                  <a:pt x="4343" y="1004"/>
                  <a:pt x="4311" y="1025"/>
                </a:cubicBezTo>
                <a:cubicBezTo>
                  <a:pt x="4264" y="1073"/>
                  <a:pt x="4240" y="1144"/>
                  <a:pt x="4287" y="1215"/>
                </a:cubicBezTo>
                <a:cubicBezTo>
                  <a:pt x="4526" y="1549"/>
                  <a:pt x="4668" y="1954"/>
                  <a:pt x="4692" y="2359"/>
                </a:cubicBezTo>
                <a:lnTo>
                  <a:pt x="4097" y="2359"/>
                </a:lnTo>
                <a:cubicBezTo>
                  <a:pt x="4025" y="1597"/>
                  <a:pt x="3406" y="1001"/>
                  <a:pt x="2644" y="930"/>
                </a:cubicBezTo>
                <a:lnTo>
                  <a:pt x="2644" y="311"/>
                </a:lnTo>
                <a:cubicBezTo>
                  <a:pt x="3097" y="334"/>
                  <a:pt x="3501" y="501"/>
                  <a:pt x="3859" y="787"/>
                </a:cubicBezTo>
                <a:cubicBezTo>
                  <a:pt x="3886" y="805"/>
                  <a:pt x="3917" y="813"/>
                  <a:pt x="3947" y="813"/>
                </a:cubicBezTo>
                <a:cubicBezTo>
                  <a:pt x="3996" y="813"/>
                  <a:pt x="4044" y="792"/>
                  <a:pt x="4073" y="763"/>
                </a:cubicBezTo>
                <a:cubicBezTo>
                  <a:pt x="4121" y="692"/>
                  <a:pt x="4121" y="596"/>
                  <a:pt x="4049" y="549"/>
                </a:cubicBezTo>
                <a:cubicBezTo>
                  <a:pt x="3597" y="191"/>
                  <a:pt x="3073" y="1"/>
                  <a:pt x="250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6" name="Google Shape;2814;p94">
            <a:extLst xmlns:a="http://schemas.openxmlformats.org/drawingml/2006/main">
              <a:ext uri="{FF2B5EF4-FFF2-40B4-BE49-F238E27FC236}">
                <a16:creationId xmlns:a16="http://schemas.microsoft.com/office/drawing/2014/main" id="{CC942708-1EED-4719-A7AB-15E25B61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44225" y="2227156"/>
            <a:ext cx="52240" cy="37620"/>
          </a:xfrm>
          <a:custGeom xmlns:a="http://schemas.openxmlformats.org/drawingml/2006/main">
            <a:rect l="l" t="t" r="r" b="b"/>
            <a:pathLst>
              <a:path w="716" h="508">
                <a:moveTo>
                  <a:pt x="167" y="1"/>
                </a:moveTo>
                <a:cubicBezTo>
                  <a:pt x="132" y="1"/>
                  <a:pt x="96" y="19"/>
                  <a:pt x="72" y="55"/>
                </a:cubicBezTo>
                <a:cubicBezTo>
                  <a:pt x="1" y="102"/>
                  <a:pt x="1" y="197"/>
                  <a:pt x="72" y="245"/>
                </a:cubicBezTo>
                <a:lnTo>
                  <a:pt x="263" y="459"/>
                </a:lnTo>
                <a:cubicBezTo>
                  <a:pt x="286" y="483"/>
                  <a:pt x="334" y="507"/>
                  <a:pt x="358" y="507"/>
                </a:cubicBezTo>
                <a:cubicBezTo>
                  <a:pt x="405" y="507"/>
                  <a:pt x="429" y="483"/>
                  <a:pt x="477" y="459"/>
                </a:cubicBezTo>
                <a:lnTo>
                  <a:pt x="667" y="245"/>
                </a:lnTo>
                <a:cubicBezTo>
                  <a:pt x="715" y="197"/>
                  <a:pt x="715" y="102"/>
                  <a:pt x="667" y="55"/>
                </a:cubicBezTo>
                <a:cubicBezTo>
                  <a:pt x="632" y="19"/>
                  <a:pt x="590" y="1"/>
                  <a:pt x="551" y="1"/>
                </a:cubicBezTo>
                <a:cubicBezTo>
                  <a:pt x="513" y="1"/>
                  <a:pt x="477" y="19"/>
                  <a:pt x="453" y="55"/>
                </a:cubicBezTo>
                <a:lnTo>
                  <a:pt x="358" y="150"/>
                </a:lnTo>
                <a:lnTo>
                  <a:pt x="263" y="55"/>
                </a:lnTo>
                <a:cubicBezTo>
                  <a:pt x="239" y="19"/>
                  <a:pt x="203" y="1"/>
                  <a:pt x="1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7" name="Google Shape;2815;p94">
            <a:extLst xmlns:a="http://schemas.openxmlformats.org/drawingml/2006/main">
              <a:ext uri="{FF2B5EF4-FFF2-40B4-BE49-F238E27FC236}">
                <a16:creationId xmlns:a16="http://schemas.microsoft.com/office/drawing/2014/main" id="{75757593-004B-4B1D-8138-0CAB416E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037138" y="2075044"/>
            <a:ext cx="52169" cy="36287"/>
          </a:xfrm>
          <a:custGeom xmlns:a="http://schemas.openxmlformats.org/drawingml/2006/main">
            <a:rect l="l" t="t" r="r" b="b"/>
            <a:pathLst>
              <a:path w="715" h="490">
                <a:moveTo>
                  <a:pt x="164" y="1"/>
                </a:moveTo>
                <a:cubicBezTo>
                  <a:pt x="125" y="1"/>
                  <a:pt x="83" y="13"/>
                  <a:pt x="48" y="37"/>
                </a:cubicBezTo>
                <a:cubicBezTo>
                  <a:pt x="0" y="84"/>
                  <a:pt x="0" y="180"/>
                  <a:pt x="48" y="251"/>
                </a:cubicBezTo>
                <a:lnTo>
                  <a:pt x="238" y="442"/>
                </a:lnTo>
                <a:cubicBezTo>
                  <a:pt x="286" y="465"/>
                  <a:pt x="310" y="489"/>
                  <a:pt x="357" y="489"/>
                </a:cubicBezTo>
                <a:cubicBezTo>
                  <a:pt x="381" y="489"/>
                  <a:pt x="429" y="465"/>
                  <a:pt x="453" y="442"/>
                </a:cubicBezTo>
                <a:lnTo>
                  <a:pt x="667" y="251"/>
                </a:lnTo>
                <a:cubicBezTo>
                  <a:pt x="714" y="180"/>
                  <a:pt x="714" y="84"/>
                  <a:pt x="667" y="37"/>
                </a:cubicBezTo>
                <a:cubicBezTo>
                  <a:pt x="631" y="13"/>
                  <a:pt x="589" y="1"/>
                  <a:pt x="551" y="1"/>
                </a:cubicBezTo>
                <a:cubicBezTo>
                  <a:pt x="512" y="1"/>
                  <a:pt x="476" y="13"/>
                  <a:pt x="453" y="37"/>
                </a:cubicBezTo>
                <a:lnTo>
                  <a:pt x="357" y="132"/>
                </a:lnTo>
                <a:lnTo>
                  <a:pt x="262" y="37"/>
                </a:lnTo>
                <a:cubicBezTo>
                  <a:pt x="238" y="13"/>
                  <a:pt x="202" y="1"/>
                  <a:pt x="164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8" name="Google Shape;2816;p94">
            <a:extLst xmlns:a="http://schemas.openxmlformats.org/drawingml/2006/main">
              <a:ext uri="{FF2B5EF4-FFF2-40B4-BE49-F238E27FC236}">
                <a16:creationId xmlns:a16="http://schemas.microsoft.com/office/drawing/2014/main" id="{E064EA9E-2DFD-4EA3-B711-1609C3E4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151762" y="1905752"/>
            <a:ext cx="52240" cy="36287"/>
          </a:xfrm>
          <a:custGeom xmlns:a="http://schemas.openxmlformats.org/drawingml/2006/main">
            <a:rect l="l" t="t" r="r" b="b"/>
            <a:pathLst>
              <a:path w="716" h="490">
                <a:moveTo>
                  <a:pt x="168" y="1"/>
                </a:moveTo>
                <a:cubicBezTo>
                  <a:pt x="132" y="1"/>
                  <a:pt x="96" y="13"/>
                  <a:pt x="72" y="37"/>
                </a:cubicBezTo>
                <a:cubicBezTo>
                  <a:pt x="1" y="84"/>
                  <a:pt x="1" y="179"/>
                  <a:pt x="72" y="251"/>
                </a:cubicBezTo>
                <a:lnTo>
                  <a:pt x="263" y="441"/>
                </a:lnTo>
                <a:cubicBezTo>
                  <a:pt x="287" y="465"/>
                  <a:pt x="310" y="489"/>
                  <a:pt x="358" y="489"/>
                </a:cubicBezTo>
                <a:cubicBezTo>
                  <a:pt x="406" y="489"/>
                  <a:pt x="429" y="465"/>
                  <a:pt x="453" y="441"/>
                </a:cubicBezTo>
                <a:lnTo>
                  <a:pt x="668" y="251"/>
                </a:lnTo>
                <a:cubicBezTo>
                  <a:pt x="715" y="179"/>
                  <a:pt x="715" y="84"/>
                  <a:pt x="668" y="37"/>
                </a:cubicBezTo>
                <a:cubicBezTo>
                  <a:pt x="632" y="13"/>
                  <a:pt x="590" y="1"/>
                  <a:pt x="552" y="1"/>
                </a:cubicBezTo>
                <a:cubicBezTo>
                  <a:pt x="513" y="1"/>
                  <a:pt x="477" y="13"/>
                  <a:pt x="453" y="37"/>
                </a:cubicBezTo>
                <a:lnTo>
                  <a:pt x="358" y="132"/>
                </a:lnTo>
                <a:lnTo>
                  <a:pt x="263" y="37"/>
                </a:lnTo>
                <a:cubicBezTo>
                  <a:pt x="239" y="13"/>
                  <a:pt x="203" y="1"/>
                  <a:pt x="16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7010" y="1396603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РАЗВИТИЕ</a:t>
            </a:r>
          </a:p>
        </p:txBody>
      </p:sp>
      <p:cxnSp>
        <p:nvCxnSpPr>
          <p:cNvPr id="156" name="Google Shape;2799;p94"/>
          <p:cNvCxnSpPr/>
          <p:nvPr/>
        </p:nvCxnSpPr>
        <p:spPr>
          <a:xfrm xmlns:a="http://schemas.openxmlformats.org/drawingml/2006/main" flipV="1">
            <a:off x="6843165" y="2119165"/>
            <a:ext cx="2489934" cy="1248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2026-09-29T13:24:17.8320000Z</dcterms:created>
  <dcterms:modified xsi:type="dcterms:W3CDTF">2026-09-29T13:24:17.8320000Z</dcterms:modified>
</coreProperties>
</file>