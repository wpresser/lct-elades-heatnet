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f73fe02b5f441e" /><Relationship Type="http://schemas.openxmlformats.org/officeDocument/2006/relationships/extended-properties" Target="/docProps/app.xml" Id="R21cef4ab97fc48e2" /><Relationship Type="http://schemas.openxmlformats.org/officeDocument/2006/relationships/officeDocument" Target="/ppt/presentation.xml" Id="R499fe12d0bd843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f6a9966b044cba"/>
  </p:sldMasterIdLst>
  <p:notesMasterIdLst>
    <p:notesMasterId xmlns:r="http://schemas.openxmlformats.org/officeDocument/2006/relationships" r:id="Rb9c8903bca054c07"/>
  </p:notesMasterIdLst>
  <p:sldIdLst>
    <p:sldId xmlns:r="http://schemas.openxmlformats.org/officeDocument/2006/relationships" id="256" r:id="R33aa9ac2e27f4afb"/>
    <p:sldId xmlns:r="http://schemas.openxmlformats.org/officeDocument/2006/relationships" id="261" r:id="R0b8b8720a93e492d"/>
    <p:sldId xmlns:r="http://schemas.openxmlformats.org/officeDocument/2006/relationships" id="262" r:id="R0acbf002028f4101"/>
    <p:sldId xmlns:r="http://schemas.openxmlformats.org/officeDocument/2006/relationships" id="263" r:id="R5b854a69a5374b72"/>
    <p:sldId xmlns:r="http://schemas.openxmlformats.org/officeDocument/2006/relationships" id="265" r:id="R6c26d55d97314009"/>
    <p:sldId xmlns:r="http://schemas.openxmlformats.org/officeDocument/2006/relationships" id="266" r:id="Rc07f8412d42040c1"/>
    <p:sldId xmlns:r="http://schemas.openxmlformats.org/officeDocument/2006/relationships" id="267" r:id="R63378b0ea9fe47ad"/>
    <p:sldId xmlns:r="http://schemas.openxmlformats.org/officeDocument/2006/relationships" id="264" r:id="Rd9e439bcd2e34cbb"/>
    <p:sldId xmlns:r="http://schemas.openxmlformats.org/officeDocument/2006/relationships" id="257" r:id="R403bb4dafb444341"/>
    <p:sldId xmlns:r="http://schemas.openxmlformats.org/officeDocument/2006/relationships" id="258" r:id="Rb2d29e5f08e54206"/>
    <p:sldId xmlns:r="http://schemas.openxmlformats.org/officeDocument/2006/relationships" id="259" r:id="Rb23dc9a19e9e4797"/>
    <p:sldId xmlns:r="http://schemas.openxmlformats.org/officeDocument/2006/relationships" id="260" r:id="R140a02d141ef418c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11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22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32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43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554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2658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199765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6877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4e85aed08b4545" /><Relationship Type="http://schemas.openxmlformats.org/officeDocument/2006/relationships/slideMaster" Target="/ppt/slideMasters/slideMaster1.xml" Id="R1ff6a9966b044cba" /><Relationship Type="http://schemas.openxmlformats.org/officeDocument/2006/relationships/notesMaster" Target="/ppt/notesMasters/notesMaster1.xml" Id="Rb9c8903bca054c07" /><Relationship Type="http://schemas.openxmlformats.org/officeDocument/2006/relationships/presProps" Target="/ppt/presProps.xml" Id="R25a87ad32a16443e" /><Relationship Type="http://schemas.openxmlformats.org/officeDocument/2006/relationships/viewProps" Target="/ppt/viewProps.xml" Id="R149c9d7f3a7d484d" /><Relationship Type="http://schemas.openxmlformats.org/officeDocument/2006/relationships/tableStyles" Target="/ppt/tableStyles.xml" Id="Rda35dd096e2949e6" /><Relationship Type="http://schemas.openxmlformats.org/officeDocument/2006/relationships/slide" Target="/ppt/slides/slide1.xml" Id="R33aa9ac2e27f4afb" /><Relationship Type="http://schemas.openxmlformats.org/officeDocument/2006/relationships/slide" Target="/ppt/slides/slide2.xml" Id="R403bb4dafb444341" /><Relationship Type="http://schemas.openxmlformats.org/officeDocument/2006/relationships/slide" Target="/ppt/slides/slide3.xml" Id="Rb2d29e5f08e54206" /><Relationship Type="http://schemas.openxmlformats.org/officeDocument/2006/relationships/slide" Target="/ppt/slides/slide4.xml" Id="Rb23dc9a19e9e4797" /><Relationship Type="http://schemas.openxmlformats.org/officeDocument/2006/relationships/slide" Target="/ppt/slides/slide5.xml" Id="R140a02d141ef418c" /><Relationship Type="http://schemas.openxmlformats.org/officeDocument/2006/relationships/slide" Target="/ppt/slides/slide6.xml" Id="R0b8b8720a93e492d" /><Relationship Type="http://schemas.openxmlformats.org/officeDocument/2006/relationships/slide" Target="/ppt/slides/slide7.xml" Id="R0acbf002028f4101" /><Relationship Type="http://schemas.openxmlformats.org/officeDocument/2006/relationships/slide" Target="/ppt/slides/slide8.xml" Id="R5b854a69a5374b72" /><Relationship Type="http://schemas.openxmlformats.org/officeDocument/2006/relationships/slide" Target="/ppt/slides/slide9.xml" Id="Rd9e439bcd2e34cbb" /><Relationship Type="http://schemas.openxmlformats.org/officeDocument/2006/relationships/slide" Target="/ppt/slides/slide10.xml" Id="R6c26d55d97314009" /><Relationship Type="http://schemas.openxmlformats.org/officeDocument/2006/relationships/slide" Target="/ppt/slides/slide11.xml" Id="Rc07f8412d42040c1" /><Relationship Type="http://schemas.openxmlformats.org/officeDocument/2006/relationships/slide" Target="/ppt/slides/slide12.xml" Id="R63378b0ea9fe47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d9ab69b41e43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62f060856c49df" /><Relationship Type="http://schemas.openxmlformats.org/officeDocument/2006/relationships/notesMaster" Target="/ppt/notesMasters/notesMaster1.xml" Id="R3d5e4bb2b7524e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f34be631544eab" /><Relationship Type="http://schemas.openxmlformats.org/officeDocument/2006/relationships/notesMaster" Target="/ppt/notesMasters/notesMaster1.xml" Id="Ra18a64090c7b4f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20e629c44e49be" /><Relationship Type="http://schemas.openxmlformats.org/officeDocument/2006/relationships/notesMaster" Target="/ppt/notesMasters/notesMaster1.xml" Id="Ra0ff27ab1f7148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fb5dda64284f6c" /><Relationship Type="http://schemas.openxmlformats.org/officeDocument/2006/relationships/notesMaster" Target="/ppt/notesMasters/notesMaster1.xml" Id="Rb7d004da68ce4f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6f4bd7f702417a" /><Relationship Type="http://schemas.openxmlformats.org/officeDocument/2006/relationships/notesMaster" Target="/ppt/notesMasters/notesMaster1.xml" Id="R2111b9284cc741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159aac6c9a45e9" /><Relationship Type="http://schemas.openxmlformats.org/officeDocument/2006/relationships/notesMaster" Target="/ppt/notesMasters/notesMaster1.xml" Id="R03d244a47be241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671207a27e4b8f" /><Relationship Type="http://schemas.openxmlformats.org/officeDocument/2006/relationships/notesMaster" Target="/ppt/notesMasters/notesMaster1.xml" Id="Rd5a68acf857e47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f5cb6724a74952" /><Relationship Type="http://schemas.openxmlformats.org/officeDocument/2006/relationships/notesMaster" Target="/ppt/notesMasters/notesMaster1.xml" Id="Re23900a703dd4d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4ef0948d7b420e" /><Relationship Type="http://schemas.openxmlformats.org/officeDocument/2006/relationships/notesMaster" Target="/ppt/notesMasters/notesMaster1.xml" Id="R1d26f8bbfa5941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c559db15c14915" /><Relationship Type="http://schemas.openxmlformats.org/officeDocument/2006/relationships/notesMaster" Target="/ppt/notesMasters/notesMaster1.xml" Id="R914b374e88394c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649f0ee53b40f9" /><Relationship Type="http://schemas.openxmlformats.org/officeDocument/2006/relationships/notesMaster" Target="/ppt/notesMasters/notesMaster1.xml" Id="Re4d7bfc6b99742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5fe02acaec495c" /><Relationship Type="http://schemas.openxmlformats.org/officeDocument/2006/relationships/notesMaster" Target="/ppt/notesMasters/notesMaster1.xml" Id="R116ece0a63504a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0ced7de1714d63" /><Relationship Type="http://schemas.openxmlformats.org/officeDocument/2006/relationships/image" Target="/ppt/media/image2.png" Id="R8823f912f1c448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0d87de63854c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55573608940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d86289c774d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9d41d160134a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4a93230092415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f8cf2190cd4cd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d2d18e53b1495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f032d0c9ad4d6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c7a2a050554ef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5c82622c54f6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4059bda0f44a8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5209ffab9843f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c89af9230245e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d081614b424ac2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d57b5a275346d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9fad7ce76f462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8edc096821480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7c7a94ebb84568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255bbe90f14a01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188f93b2a04010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772551602648c5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5e996bbfef47cb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8823f912f1c4481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14.09.2026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14.09.2026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14.09.2026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14.09.2026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14.09.2026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14.09.2026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181" name="Google Shape;2799;p94"/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2799;p94"/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2799;p94"/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2799;p94"/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b174703f20074c67" /><Relationship Type="http://schemas.openxmlformats.org/officeDocument/2006/relationships/theme" Target="/ppt/slideMasters/theme/theme2.xml" Id="Ra87dc689541f4e5e" /><Relationship Type="http://schemas.openxmlformats.org/officeDocument/2006/relationships/slideLayout" Target="/ppt/slideLayouts/slideLayout1.xml" Id="R1971210a1e1a49f4" /><Relationship Type="http://schemas.openxmlformats.org/officeDocument/2006/relationships/slideLayout" Target="/ppt/slideLayouts/slideLayout2.xml" Id="R1e275ca4858e4a1d" /><Relationship Type="http://schemas.openxmlformats.org/officeDocument/2006/relationships/slideLayout" Target="/ppt/slideLayouts/slideLayout3.xml" Id="R17785c8927024ef3" /><Relationship Type="http://schemas.openxmlformats.org/officeDocument/2006/relationships/slideLayout" Target="/ppt/slideLayouts/slideLayout4.xml" Id="R53e515dbd393498f" /><Relationship Type="http://schemas.openxmlformats.org/officeDocument/2006/relationships/slideLayout" Target="/ppt/slideLayouts/slideLayout5.xml" Id="R9901555b092345bf" /><Relationship Type="http://schemas.openxmlformats.org/officeDocument/2006/relationships/slideLayout" Target="/ppt/slideLayouts/slideLayout6.xml" Id="R819d24c525da4979" /><Relationship Type="http://schemas.openxmlformats.org/officeDocument/2006/relationships/slideLayout" Target="/ppt/slideLayouts/slideLayout7.xml" Id="Reff436cca1c64379" /><Relationship Type="http://schemas.openxmlformats.org/officeDocument/2006/relationships/slideLayout" Target="/ppt/slideLayouts/slideLayout8.xml" Id="Rc097797cecb7411e" /><Relationship Type="http://schemas.openxmlformats.org/officeDocument/2006/relationships/slideLayout" Target="/ppt/slideLayouts/slideLayout9.xml" Id="Ra1394f5a09254d1b" /><Relationship Type="http://schemas.openxmlformats.org/officeDocument/2006/relationships/slideLayout" Target="/ppt/slideLayouts/slideLayout10.xml" Id="R0a9e5865a3f14da4" /><Relationship Type="http://schemas.openxmlformats.org/officeDocument/2006/relationships/slideLayout" Target="/ppt/slideLayouts/slideLayout11.xml" Id="R9ba2fee349434e32" /><Relationship Type="http://schemas.openxmlformats.org/officeDocument/2006/relationships/slideLayout" Target="/ppt/slideLayouts/slideLayout12.xml" Id="Ra3dd9aeabb924fe0" /><Relationship Type="http://schemas.openxmlformats.org/officeDocument/2006/relationships/slideLayout" Target="/ppt/slideLayouts/slideLayout13.xml" Id="Rd96ac7b0ac48423a" /><Relationship Type="http://schemas.openxmlformats.org/officeDocument/2006/relationships/slideLayout" Target="/ppt/slideLayouts/slideLayout14.xml" Id="R78cfaccb6ba04f0c" /><Relationship Type="http://schemas.openxmlformats.org/officeDocument/2006/relationships/slideLayout" Target="/ppt/slideLayouts/slideLayout15.xml" Id="Rc184b02a8286400e" /><Relationship Type="http://schemas.openxmlformats.org/officeDocument/2006/relationships/slideLayout" Target="/ppt/slideLayouts/slideLayout16.xml" Id="Rf8eb0f3c3e704921" /><Relationship Type="http://schemas.openxmlformats.org/officeDocument/2006/relationships/slideLayout" Target="/ppt/slideLayouts/slideLayout17.xml" Id="Read21508ec5c4964" /><Relationship Type="http://schemas.openxmlformats.org/officeDocument/2006/relationships/slideLayout" Target="/ppt/slideLayouts/slideLayout18.xml" Id="Rd0e25b016f1d42b0" /><Relationship Type="http://schemas.openxmlformats.org/officeDocument/2006/relationships/slideLayout" Target="/ppt/slideLayouts/slideLayout19.xml" Id="Rc516b972c91241fc" /><Relationship Type="http://schemas.openxmlformats.org/officeDocument/2006/relationships/slideLayout" Target="/ppt/slideLayouts/slideLayout20.xml" Id="Rac63d0b5033f4b27" /><Relationship Type="http://schemas.openxmlformats.org/officeDocument/2006/relationships/slideLayout" Target="/ppt/slideLayouts/slideLayout21.xml" Id="R3423f1f263d441f5" /><Relationship Type="http://schemas.openxmlformats.org/officeDocument/2006/relationships/slideLayout" Target="/ppt/slideLayouts/slideLayout22.xml" Id="Rcbc9c0526a474f4e" /><Relationship Type="http://schemas.openxmlformats.org/officeDocument/2006/relationships/slideLayout" Target="/ppt/slideLayouts/slideLayout23.xml" Id="Rb1c2b0664e6c4f10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174703f20074c6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71210a1e1a49f4"/>
    <p:sldLayoutId xmlns:r="http://schemas.openxmlformats.org/officeDocument/2006/relationships" id="2147483650" r:id="R1e275ca4858e4a1d"/>
    <p:sldLayoutId xmlns:r="http://schemas.openxmlformats.org/officeDocument/2006/relationships" id="2147483651" r:id="R17785c8927024ef3"/>
    <p:sldLayoutId xmlns:r="http://schemas.openxmlformats.org/officeDocument/2006/relationships" id="2147483652" r:id="R53e515dbd393498f"/>
    <p:sldLayoutId xmlns:r="http://schemas.openxmlformats.org/officeDocument/2006/relationships" id="2147483653" r:id="R9901555b092345bf"/>
    <p:sldLayoutId xmlns:r="http://schemas.openxmlformats.org/officeDocument/2006/relationships" id="2147483654" r:id="R819d24c525da4979"/>
    <p:sldLayoutId xmlns:r="http://schemas.openxmlformats.org/officeDocument/2006/relationships" id="2147483655" r:id="Reff436cca1c64379"/>
    <p:sldLayoutId xmlns:r="http://schemas.openxmlformats.org/officeDocument/2006/relationships" id="2147483656" r:id="Rc097797cecb7411e"/>
    <p:sldLayoutId xmlns:r="http://schemas.openxmlformats.org/officeDocument/2006/relationships" id="2147483657" r:id="Ra1394f5a09254d1b"/>
    <p:sldLayoutId xmlns:r="http://schemas.openxmlformats.org/officeDocument/2006/relationships" id="2147483658" r:id="R0a9e5865a3f14da4"/>
    <p:sldLayoutId xmlns:r="http://schemas.openxmlformats.org/officeDocument/2006/relationships" id="2147483659" r:id="R9ba2fee349434e32"/>
    <p:sldLayoutId xmlns:r="http://schemas.openxmlformats.org/officeDocument/2006/relationships" id="2147483660" r:id="Ra3dd9aeabb924fe0"/>
    <p:sldLayoutId xmlns:r="http://schemas.openxmlformats.org/officeDocument/2006/relationships" id="2147483661" r:id="Rd96ac7b0ac48423a"/>
    <p:sldLayoutId xmlns:r="http://schemas.openxmlformats.org/officeDocument/2006/relationships" id="2147483662" r:id="R78cfaccb6ba04f0c"/>
    <p:sldLayoutId xmlns:r="http://schemas.openxmlformats.org/officeDocument/2006/relationships" id="2147483663" r:id="Rc184b02a8286400e"/>
    <p:sldLayoutId xmlns:r="http://schemas.openxmlformats.org/officeDocument/2006/relationships" id="2147483664" r:id="Rf8eb0f3c3e704921"/>
    <p:sldLayoutId xmlns:r="http://schemas.openxmlformats.org/officeDocument/2006/relationships" id="2147483665" r:id="Read21508ec5c4964"/>
    <p:sldLayoutId xmlns:r="http://schemas.openxmlformats.org/officeDocument/2006/relationships" id="2147483666" r:id="Rd0e25b016f1d42b0"/>
    <p:sldLayoutId xmlns:r="http://schemas.openxmlformats.org/officeDocument/2006/relationships" id="2147483667" r:id="Rc516b972c91241fc"/>
    <p:sldLayoutId xmlns:r="http://schemas.openxmlformats.org/officeDocument/2006/relationships" id="2147483668" r:id="Rac63d0b5033f4b27"/>
    <p:sldLayoutId xmlns:r="http://schemas.openxmlformats.org/officeDocument/2006/relationships" id="2147483669" r:id="R3423f1f263d441f5"/>
    <p:sldLayoutId xmlns:r="http://schemas.openxmlformats.org/officeDocument/2006/relationships" id="2147483670" r:id="Rcbc9c0526a474f4e"/>
    <p:sldLayoutId xmlns:r="http://schemas.openxmlformats.org/officeDocument/2006/relationships" id="2147483671" r:id="Rb1c2b0664e6c4f10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5c46f21634b32" /><Relationship Type="http://schemas.openxmlformats.org/officeDocument/2006/relationships/image" Target="/ppt/media/image3.png" Id="Rb9b1887d06c54049" /><Relationship Type="http://schemas.openxmlformats.org/officeDocument/2006/relationships/notesSlide" Target="/ppt/notesSlides/notesSlide1.xml" Id="R1d04a1c1dd9044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5e71b1d12a422c" /><Relationship Type="http://schemas.openxmlformats.org/officeDocument/2006/relationships/image" Target="/ppt/media/image4.png" Id="Ra0a0dc471d2e4057" /><Relationship Type="http://schemas.openxmlformats.org/officeDocument/2006/relationships/image" Target="/ppt/media/image5.png" Id="Rd23f6c2884e6476d" /><Relationship Type="http://schemas.openxmlformats.org/officeDocument/2006/relationships/notesSlide" Target="/ppt/notesSlides/notesSlide2.xml" Id="R986a85c2b01942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dfcda09691f4699" /><Relationship Type="http://schemas.openxmlformats.org/officeDocument/2006/relationships/image" Target="/ppt/media/image.png" Id="Rce18ecb155194165" /><Relationship Type="http://schemas.openxmlformats.org/officeDocument/2006/relationships/image" Target="/ppt/media/image6.png" Id="Rad34cb3ced0e49d7" /><Relationship Type="http://schemas.openxmlformats.org/officeDocument/2006/relationships/image" Target="/ppt/media/image7.png" Id="Rd67f57fd4f304ecd" /><Relationship Type="http://schemas.openxmlformats.org/officeDocument/2006/relationships/image" Target="/ppt/media/image8.png" Id="R8f45299dd34e4f9f" /><Relationship Type="http://schemas.openxmlformats.org/officeDocument/2006/relationships/notesSlide" Target="/ppt/notesSlides/notesSlide3.xml" Id="R02a52a0c2c224c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82f3e00c31e4551" /><Relationship Type="http://schemas.openxmlformats.org/officeDocument/2006/relationships/image" Target="/ppt/media/image9.png" Id="Rb3dd853109b44511" /><Relationship Type="http://schemas.openxmlformats.org/officeDocument/2006/relationships/notesSlide" Target="/ppt/notesSlides/notesSlide4.xml" Id="R6e4c250b3af940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e1416c6634e419e" /><Relationship Type="http://schemas.openxmlformats.org/officeDocument/2006/relationships/image" Target="/ppt/media/image.png" Id="Rf1f7585ec6fe4786" /><Relationship Type="http://schemas.openxmlformats.org/officeDocument/2006/relationships/notesSlide" Target="/ppt/notesSlides/notesSlide5.xml" Id="Ra6f1c26a2e8641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45e2e65a59b42a3" /><Relationship Type="http://schemas.openxmlformats.org/officeDocument/2006/relationships/image" Target="/ppt/media/image.png" Id="Rf93cd39905884e2c" /><Relationship Type="http://schemas.openxmlformats.org/officeDocument/2006/relationships/notesSlide" Target="/ppt/notesSlides/notesSlide6.xml" Id="Raafe5f36bec341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ddce8905ca645fa" /><Relationship Type="http://schemas.openxmlformats.org/officeDocument/2006/relationships/image" Target="/ppt/media/image.png" Id="Ra84aa22fd3c64748" /><Relationship Type="http://schemas.openxmlformats.org/officeDocument/2006/relationships/image" Target="/ppt/media/image10.png" Id="R7832122e37914393" /><Relationship Type="http://schemas.openxmlformats.org/officeDocument/2006/relationships/notesSlide" Target="/ppt/notesSlides/notesSlide7.xml" Id="R501eb742d0584c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b59561855ef45df" /><Relationship Type="http://schemas.openxmlformats.org/officeDocument/2006/relationships/image" Target="/ppt/media/image9.png" Id="Rf5fb40ad164247a4" /><Relationship Type="http://schemas.openxmlformats.org/officeDocument/2006/relationships/image" Target="/ppt/media/image11.png" Id="R77c76783d1e64827" /><Relationship Type="http://schemas.openxmlformats.org/officeDocument/2006/relationships/image" Target="/ppt/media/image12.png" Id="R27a9f742918e4eca" /><Relationship Type="http://schemas.openxmlformats.org/officeDocument/2006/relationships/image" Target="/ppt/media/image13.png" Id="Rcc23ef51ca9b4171" /><Relationship Type="http://schemas.openxmlformats.org/officeDocument/2006/relationships/notesSlide" Target="/ppt/notesSlides/notesSlide8.xml" Id="R68b04377e25940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147fa42c41fd4a3b" /><Relationship Type="http://schemas.openxmlformats.org/officeDocument/2006/relationships/image" Target="/ppt/media/image4.png" Id="Rddeed6d704694275" /><Relationship Type="http://schemas.openxmlformats.org/officeDocument/2006/relationships/notesSlide" Target="/ppt/notesSlides/notesSlide9.xml" Id="R4b8f65f88f0341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3ad70d754a044b9f" /><Relationship Type="http://schemas.openxmlformats.org/officeDocument/2006/relationships/image" Target="/ppt/media/image4.png" Id="R110457d684744333" /><Relationship Type="http://schemas.openxmlformats.org/officeDocument/2006/relationships/notesSlide" Target="/ppt/notesSlides/notesSlide10.xml" Id="R60da64404e9445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3987253c43914bee" /><Relationship Type="http://schemas.openxmlformats.org/officeDocument/2006/relationships/image" Target="/ppt/media/image4.png" Id="Rea30c011966c4e5e" /><Relationship Type="http://schemas.openxmlformats.org/officeDocument/2006/relationships/image" Target="/ppt/media/image14.png" Id="R9a7791d32b6a4555" /><Relationship Type="http://schemas.openxmlformats.org/officeDocument/2006/relationships/image" Target="/ppt/media/image15.png" Id="Rb8027ab5ea9847cf" /><Relationship Type="http://schemas.openxmlformats.org/officeDocument/2006/relationships/notesSlide" Target="/ppt/notesSlides/notesSlide11.xml" Id="R323bd78bd2914f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64284e90e6b43af" /><Relationship Type="http://schemas.openxmlformats.org/officeDocument/2006/relationships/image" Target="/ppt/media/image.png" Id="R11a1a81f69e34117" /><Relationship Type="http://schemas.openxmlformats.org/officeDocument/2006/relationships/notesSlide" Target="/ppt/notesSlides/notesSlide12.xml" Id="R7fab2db1d1fc485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8288" indent="0">
              <a:buNone/>
            </a:pPr>
            <a:r>
              <a:rPr sz="4800"/>
              <a:t>Elades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indent="268288">
              <a:buNone/>
            </a:pPr>
            <a:r>
              <a:t>Сервис моделирования трасс подключения к тепловым сетям</a:t>
            </a:r>
          </a:p>
          <a:p xmlns:a="http://schemas.openxmlformats.org/drawingml/2006/main">
            <a:pPr indent="268288">
              <a:buNone/>
            </a:pPr>
            <a:r>
              <a:t>ЛЦТ 2026 · задача 2</a:t>
            </a:r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pic>
        <p:nvPicPr>
          <p:cNvPr id="1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1887d06c540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457200"/>
            <a:ext cx="2668742" cy="8229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2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blipFill rotWithShape="1">
          <a:blip r:embed="Ra0a0dc471d2e405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Прямоугольник 2">
            <a:extLst>
              <a:ext uri="{FF2B5EF4-FFF2-40B4-BE49-F238E27FC236}">
                <ns3:creationId id="{13BA75DB-8EAE-769C-2B17-FF7CD6EEF6C6}"/>
              </a:ext>
            </a:extLst>
          </p:cNvPr>
          <p:cNvSpPr>
            <a:spLocks noGrp="1"/>
          </p:cNvSpPr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pic>
        <p:nvPicPr>
          <p:cNvPr id="21" name="Рисунок 1"/>
          <p:cNvPicPr>
            <a:picLocks noChangeAspect="1"/>
          </p:cNvPicPr>
          <p:nvPr>
            <p:ph type="pic" idx="10"/>
          </p:nvPr>
        </p:nvPicPr>
        <p:blipFill>
          <a:blip r:embed="Rd23f6c2884e6476d"/>
          <a:srcRect l="11" t="0" r="11" b="0"/>
          <a:stretch>
            <a:fillRect l="0" t="0" r="0" b="0"/>
          </a:stretch>
        </p:blipFill>
        <p:spPr>
          <a:xfrm>
            <a:off x="0" y="335267"/>
            <a:ext cx="6456363" cy="2971784"/>
          </a:xfrm>
        </p:spPr>
      </p:pic>
      <p:sp>
        <p:nvSpPr>
          <p:cNvPr id="6" name="Текст 8">
            <a:extLst>
              <a:ext uri="{FF2B5EF4-FFF2-40B4-BE49-F238E27FC236}">
                <ns3:creationId id="{32D7670A-4313-AE7C-DDA9-134ADC224C94}"/>
              </a:ext>
            </a:extLst>
          </p:cNvPr>
          <p:cNvSpPr>
            <a:spLocks noGrp="1"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ns3:creationId id="{D8A04531-793D-BF7A-34F3-615C18C06BA5}"/>
              </a:ext>
            </a:extLst>
          </p:cNvPr>
          <p:cNvSpPr>
            <a:spLocks noGrp="1"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Потребители объединяются в общую сеть-дерево с камерами и пересчётом диаметров; трассы обходят ограничения и идут вдоль застройки; все 17 точек подключены; две проверки команды — 0 найденных ошибок геометрии, стоимости и формата на контрольных результатах.</a:t>
            </a:r>
          </a:p>
        </p:txBody>
      </p:sp>
      <p:sp>
        <p:nvSpPr>
          <p:cNvPr id="14" name="Текст 8">
            <a:extLst>
              <a:ext uri="{FF2B5EF4-FFF2-40B4-BE49-F238E27FC236}">
                <ns3:creationId id="{A66B04C6-E9BA-5BA2-7A5C-84468D491C57}"/>
              </a:ext>
            </a:extLst>
          </p:cNvPr>
          <p:cNvSpPr>
            <a:spLocks noGrp="1"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Капитан: Зиновьев Сергей Николаевич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11 класс, профиль «Цифровая экономика»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Кол-во участников: 3 человека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Краткое описание: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>
                <a:solidFill>
                  <a:schemeClr val="tx1"/>
                </a:solidFill>
              </a:rPr>
              <a:t>Команда лицеистов, которые случайно узнали о конкурсе и решили попробовать себя в новом формате.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>
                <a:solidFill>
                  <a:schemeClr val="tx1"/>
                </a:solidFill>
              </a:rPr>
              <a:t>Место учёбы: Экономический лицей им. Г. В. Плеханова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Город и регион: Москва</a:t>
            </a:r>
          </a:p>
        </p:txBody>
      </p:sp>
      <p:sp>
        <p:nvSpPr>
          <p:cNvPr id="15" name="Текст 8">
            <a:extLst>
              <a:ext uri="{FF2B5EF4-FFF2-40B4-BE49-F238E27FC236}">
                <ns3:creationId id="{835E7A1E-FFEA-1C2F-65E6-56769FEFB842}"/>
              </a:ext>
            </a:extLst>
          </p:cNvPr>
          <p:cNvSpPr>
            <a:spLocks noGrp="1"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ns3:creationId id="{7CB04CCE-DD7B-2901-A280-8E4E07945137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sz="2400">
                <a:solidFill>
                  <a:schemeClr val="accent5"/>
                </a:solidFill>
                <a:latin typeface="+mn-lt"/>
                <a:ea typeface="+mn-lt"/>
                <a:cs typeface="+mn-lt"/>
              </a:rPr>
              <a:t>Автотрассировка тепловых сетей</a:t>
            </a:r>
          </a:p>
        </p:txBody>
      </p:sp>
      <p:sp>
        <p:nvSpPr>
          <p:cNvPr id="7" name="Прямая соединительная линия 6">
            <a:extLst>
              <a:ext uri="{FF2B5EF4-FFF2-40B4-BE49-F238E27FC236}">
                <ns3:creationId id="{83BB8741-DC45-431C-B968-FF119BE6BB3B}"/>
              </a:ext>
            </a:extLst>
          </p:cNvPr>
          <p:cNvSpPr>
            <a:spLocks noGrp="1"/>
          </p:cNvSpPr>
          <p:nvPr/>
        </p:nv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6" name="Прямая соединительная линия 15">
            <a:extLst>
              <a:ext uri="{FF2B5EF4-FFF2-40B4-BE49-F238E27FC236}">
                <ns3:creationId id="{434EC69E-F0EF-4054-9EB4-9CBF2F8D0B82}"/>
              </a:ext>
            </a:extLst>
          </p:cNvPr>
          <p:cNvSpPr>
            <a:spLocks noGrp="1"/>
          </p:cNvSpPr>
          <p:nvPr/>
        </p:nv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7" name="Прямая соединительная линия 16">
            <a:extLst>
              <a:ext uri="{FF2B5EF4-FFF2-40B4-BE49-F238E27FC236}">
                <ns3:creationId id="{6EBA3391-77C0-456C-9B24-02877C2F29FB}"/>
              </a:ext>
            </a:extLst>
          </p:cNvPr>
          <p:cNvSpPr>
            <a:spLocks noGrp="1"/>
          </p:cNvSpPr>
          <p:nvPr/>
        </p:nv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4" name="Текст 8">
            <a:extLst>
              <a:ext uri="{FF2B5EF4-FFF2-40B4-BE49-F238E27FC236}">
                <ns3:creationId id="{D556F1CE-69ED-AE0F-D388-9032B66CC535}"/>
              </a:ext>
            </a:extLst>
          </p:cNvPr>
          <p:cNvSpPr>
            <a:spLocks noGrp="1"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ns3:creationId id="{6811D897-A2AE-AA09-747E-1B90C43B5420}"/>
              </a:ext>
            </a:extLst>
          </p:cNvPr>
          <p:cNvSpPr>
            <a:spLocks noGrp="1"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93574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За один запуск строит варианты новой теплосети: места присоединения, общие ветки, трассы в обход ограничений, расходы, диаметры и стоимость. Результат выдаётся в GeoJSON вместе со списком неподключённых точек.</a:t>
            </a:r>
          </a:p>
        </p:txBody>
      </p:sp>
      <p:sp>
        <p:nvSpPr>
          <p:cNvPr id="10" name="Номер слайда 35">
            <a:extLst>
              <a:ext uri="{FF2B5EF4-FFF2-40B4-BE49-F238E27FC236}">
                <ns3:creationId id="{75D9ACE7-3A6B-03B3-9BA4-502350CBAA74}"/>
              </a:ext>
            </a:extLst>
          </p:cNvPr>
          <p:cNvSpPr>
            <a:spLocks noGrp="1"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lvl1pPr marL="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fld id="{52DCC5B9-D646-4B76-891F-6FF4E74E9CB4}" type="slidenum">
              <a:rPr sz="1200">
                <a:solidFill>
                  <a:schemeClr val="accent5"/>
                </a:solidFill>
              </a:rPr>
              <a:t>8</a:t>
            </a:fld>
            <a:endParaRPr sz="12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ns4:creationId val="3539778944"/>
      </p:ext>
    </p:extLst>
  </p:cSld>
</p:sld>
</file>

<file path=ppt/slides/slide3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blipFill rotWithShape="1">
          <a:blip r:embed="Rce18ecb15519416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/>
      </p:grpSpPr>
      <p:sp>
        <p:nvSpPr>
          <p:cNvPr id="56" name="Скругленный прямоугольник 55">
            <a:extLst>
              <a:ext uri="{FF2B5EF4-FFF2-40B4-BE49-F238E27FC236}">
                <ns3:creationId id="{635392F3-78F4-5585-E25E-CDBEA7E9F10C}"/>
              </a:ext>
            </a:extLst>
          </p:cNvPr>
          <p:cNvSpPr>
            <a:spLocks noGrp="1"/>
          </p:cNvSpPr>
          <p:nvPr/>
        </p:nvSpPr>
        <p:spPr>
          <a:xfrm>
            <a:off x="499820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ns3:creationId id="{9398668D-F141-1433-7B1B-1518BC470E30}"/>
              </a:ext>
            </a:extLst>
          </p:cNvPr>
          <p:cNvSpPr>
            <a:spLocks noGrp="1"/>
          </p:cNvSpPr>
          <p:nvPr/>
        </p:nvSpPr>
        <p:spPr>
          <a:xfrm>
            <a:off x="517048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Капитан, разработка и ревью кода</a:t>
            </a:r>
          </a:p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@Swooish</a:t>
            </a:r>
          </a:p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+7 967 050 3939</a:t>
            </a:r>
          </a:p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Экономический лицей</a:t>
            </a:r>
          </a:p>
        </p:txBody>
      </p:sp>
      <p:sp>
        <p:nvSpPr>
          <p:cNvPr id="58" name="Текст 8">
            <a:extLst>
              <a:ext uri="{FF2B5EF4-FFF2-40B4-BE49-F238E27FC236}">
                <ns3:creationId id="{8D1E397B-73F6-7777-9CD1-12E43986247F}"/>
              </a:ext>
            </a:extLst>
          </p:cNvPr>
          <p:cNvSpPr>
            <a:spLocks noGrp="1"/>
          </p:cNvSpPr>
          <p:nvPr/>
        </p:nvSpPr>
        <p:spPr>
          <a:xfrm>
            <a:off x="517048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200" b="1">
                <a:solidFill>
                  <a:schemeClr val="accent5"/>
                </a:solidFill>
              </a:rPr>
              <a:t>Зиновьев Сергей</a:t>
            </a:r>
          </a:p>
          <a:p>
            <a:pPr marL="0" indent="0">
              <a:buNone/>
            </a:pPr>
            <a:r>
              <a:rPr sz="1200" b="1">
                <a:solidFill>
                  <a:schemeClr val="accent5"/>
                </a:solidFill>
              </a:rPr>
              <a:t>Николаевич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ns3:creationId id="{0F406257-4D6A-D88A-21D7-91882F262CF5}"/>
              </a:ext>
            </a:extLst>
          </p:cNvPr>
          <p:cNvSpPr>
            <a:spLocks noGrp="1"/>
          </p:cNvSpPr>
          <p:nvPr/>
        </p:nvSpPr>
        <p:spPr>
          <a:xfrm>
            <a:off x="730351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ns3:creationId id="{44C1868D-BA5E-04C0-2882-2494450EF9D6}"/>
              </a:ext>
            </a:extLst>
          </p:cNvPr>
          <p:cNvSpPr>
            <a:spLocks noGrp="1"/>
          </p:cNvSpPr>
          <p:nvPr/>
        </p:nvSpPr>
        <p:spPr>
          <a:xfrm>
            <a:off x="747580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Ведущий разработчик, архитектор</a:t>
            </a:r>
          </a:p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@danikkiss</a:t>
            </a:r>
          </a:p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+7 915 696 6833</a:t>
            </a:r>
          </a:p>
          <a:p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Экономический лицей</a:t>
            </a:r>
          </a:p>
        </p:txBody>
      </p:sp>
      <p:sp>
        <p:nvSpPr>
          <p:cNvPr id="61" name="Текст 8">
            <a:extLst>
              <a:ext uri="{FF2B5EF4-FFF2-40B4-BE49-F238E27FC236}">
                <ns3:creationId id="{1A52C52A-3120-DA42-507D-5AE477E99E60}"/>
              </a:ext>
            </a:extLst>
          </p:cNvPr>
          <p:cNvSpPr>
            <a:spLocks noGrp="1"/>
          </p:cNvSpPr>
          <p:nvPr/>
        </p:nvSpPr>
        <p:spPr>
          <a:xfrm>
            <a:off x="747580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Овсянников Данила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ns3:creationId id="{FC0035EA-559C-020F-D4A8-B4146A26E8E5}"/>
              </a:ext>
            </a:extLst>
          </p:cNvPr>
          <p:cNvSpPr>
            <a:spLocks noGrp="1"/>
          </p:cNvSpPr>
          <p:nvPr/>
        </p:nvSpPr>
        <p:spPr>
          <a:xfrm>
            <a:off x="2692883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ns3:creationId id="{4F9EEB10-D234-64E3-5744-B3981F11A494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/>
          <a:fillRef idx="0"/>
          <a:effectRef idx="0"/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ns3:creationId id="{ADFA4405-6EC1-3A52-92A7-2CA2130BB2B8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bg1"/>
                </a:solidFill>
              </a:rPr>
              <a:t>9</a:t>
            </a:fld>
            <a:endParaRPr>
              <a:solidFill>
                <a:schemeClr val="bg1"/>
              </a:solidFill>
            </a:endParaRPr>
          </a:p>
        </p:txBody>
      </p:sp>
      <p:pic>
        <p:nvPicPr>
          <p:cNvPr id="71" name="Рисунок 1"/>
          <p:cNvPicPr>
            <a:picLocks noChangeAspect="1"/>
          </p:cNvPicPr>
          <p:nvPr>
            <p:ph type="pic" idx="4294967295"/>
          </p:nvPr>
        </p:nvPicPr>
        <p:blipFill>
          <a:blip r:embed="Rad34cb3ced0e49d7"/>
          <a:srcRect l="0" t="4925" r="0" b="4925"/>
          <a:stretch>
            <a:fillRect l="0" t="0" r="0" b="0"/>
          </a:stretch>
        </p:blipFill>
        <p:spPr>
          <a:xfrm>
            <a:off x="2928204" y="1816054"/>
            <a:ext cx="1722566" cy="1552901"/>
          </a:xfrm>
          <a:prstGeom prst="rect">
            <a:avLst/>
          </a:prstGeom>
        </p:spPr>
      </p:pic>
      <p:pic>
        <p:nvPicPr>
          <p:cNvPr id="72" name="Рисунок 2"/>
          <p:cNvPicPr>
            <a:picLocks noChangeAspect="1"/>
          </p:cNvPicPr>
          <p:nvPr>
            <p:ph type="pic" idx="4294967295"/>
          </p:nvPr>
        </p:nvPicPr>
        <p:blipFill>
          <a:blip r:embed="Rd67f57fd4f304ecd"/>
          <a:srcRect l="0" t="5230" r="0" b="5230"/>
          <a:stretch>
            <a:fillRect l="0" t="0" r="0" b="0"/>
          </a:stretch>
        </p:blipFill>
        <p:spPr>
          <a:xfrm>
            <a:off x="5233274" y="1826554"/>
            <a:ext cx="1722566" cy="1542401"/>
          </a:xfrm>
          <a:prstGeom prst="rect">
            <a:avLst/>
          </a:prstGeom>
        </p:spPr>
      </p:pic>
      <p:pic>
        <p:nvPicPr>
          <p:cNvPr id="73" name="Рисунок 3"/>
          <p:cNvPicPr>
            <a:picLocks noChangeAspect="1"/>
          </p:cNvPicPr>
          <p:nvPr>
            <p:ph type="pic" idx="4294967295"/>
          </p:nvPr>
        </p:nvPicPr>
        <p:blipFill>
          <a:blip r:embed="R8f45299dd34e4f9f"/>
          <a:srcRect l="0" t="4727" r="0" b="4727"/>
          <a:stretch>
            <a:fillRect l="0" t="0" r="0" b="0"/>
          </a:stretch>
        </p:blipFill>
        <p:spPr>
          <a:xfrm>
            <a:off x="7538591" y="1809238"/>
            <a:ext cx="1722567" cy="1559717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ns3:creationId id="{A8302BF4-F579-F30C-0D0B-9EC587DE2AD1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>
                <a:latin typeface="+mn-lt"/>
                <a:ea typeface="+mn-lt"/>
                <a:cs typeface="+mn-lt"/>
              </a:rPr>
              <a:t>КОМАНДА</a:t>
            </a:r>
          </a:p>
        </p:txBody>
      </p:sp>
      <p:sp>
        <p:nvSpPr>
          <p:cNvPr id="9" name="Текст 8">
            <a:extLst>
              <a:ext uri="{FF2B5EF4-FFF2-40B4-BE49-F238E27FC236}">
                <ns3:creationId id="{8392728C-0D28-63FE-46DB-BBDA5226DAE1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2865167" y="4250028"/>
            <a:ext cx="1894354" cy="1624612"/>
          </a:xfrm>
        </p:spPr>
        <p:txBody>
          <a:bodyPr>
            <a:normAutofit fontScale="100000"/>
          </a:bodyPr>
          <a:lstStyle/>
          <a:p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Анализ ТЗ, проверка и презентация</a:t>
            </a:r>
          </a:p>
          <a:p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@waresar_13</a:t>
            </a:r>
          </a:p>
          <a:p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+7 926 780 3792</a:t>
            </a:r>
          </a:p>
          <a:p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Экономический лицей</a:t>
            </a:r>
          </a:p>
        </p:txBody>
      </p:sp>
      <p:sp>
        <p:nvSpPr>
          <p:cNvPr id="15" name="Текст 8">
            <a:extLst>
              <a:ext uri="{FF2B5EF4-FFF2-40B4-BE49-F238E27FC236}">
                <ns3:creationId id="{34A1767C-75B2-E3D4-5057-DD85E6AB1440}"/>
              </a:ext>
            </a:extLst>
          </p:cNvPr>
          <p:cNvSpPr>
            <a:spLocks noGrp="1"/>
          </p:cNvSpPr>
          <p:nvPr/>
        </p:nvSpPr>
        <p:spPr>
          <a:xfrm>
            <a:off x="2865166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Клыков Андрей</a:t>
            </a:r>
          </a:p>
        </p:txBody>
      </p:sp>
    </p:spTree>
    <p:extLst>
      <p:ext uri="{BB962C8B-B14F-4D97-AF65-F5344CB8AC3E}">
        <ns4:creationId val="922147036"/>
      </p:ext>
    </p:extLst>
  </p:cSld>
</p:sld>
</file>

<file path=ppt/slides/slide4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blipFill rotWithShape="1">
          <a:blip r:embed="Rb3dd853109b4451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Скругленный прямоугольник 1">
            <a:extLst>
              <a:ext uri="{FF2B5EF4-FFF2-40B4-BE49-F238E27FC236}">
                <ns3:creationId id="{9376089D-9A77-730A-ADAF-A685C17F1AED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ns3:creationId id="{74006CB4-BD4D-EF41-3DCA-EDB126B8489E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accent5"/>
                </a:solidFill>
              </a:rPr>
              <a:t>10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ns3:creationId id="{9F7DE1A9-1AD8-0498-5446-8F5D409119D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>
                <a:latin typeface="+mn-lt"/>
                <a:ea typeface="+mn-lt"/>
                <a:cs typeface="+mn-lt"/>
              </a:rPr>
              <a:t>О КОМАНДЕ И ПРОЦЕССЕ</a:t>
            </a:r>
          </a:p>
        </p:txBody>
      </p:sp>
      <p:sp>
        <p:nvSpPr>
          <p:cNvPr id="37" name="Текст 8">
            <a:extLst>
              <a:ext uri="{FF2B5EF4-FFF2-40B4-BE49-F238E27FC236}">
                <ns3:creationId id="{C7B87D78-5037-F48A-F05C-8E80D4A5A4D0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533607" y="1602273"/>
            <a:ext cx="10241280" cy="934263"/>
          </a:xfrm>
        </p:spPr>
        <p:txBody>
          <a:bodyPr>
            <a:normAutofit fontScale="10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Мы познакомились в лицее. Все трое участвуем в жизни лицея, ходим на конкурсы, мероприятия и олимпиады. Нам интересно разбираться в новых моделях искусственного интеллекта и пробовать их в работе.</a:t>
            </a:r>
          </a:p>
        </p:txBody>
      </p:sp>
      <p:sp>
        <p:nvSpPr>
          <p:cNvPr id="38" name="Текст 8">
            <a:extLst>
              <a:ext uri="{FF2B5EF4-FFF2-40B4-BE49-F238E27FC236}">
                <ns3:creationId id="{BAD76A99-219B-023F-35AA-74EDFF6A51FC}"/>
              </a:ext>
            </a:extLst>
          </p:cNvPr>
          <p:cNvSpPr>
            <a:spLocks noGrp="1"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ns3:creationId id="{A812662F-49C9-0A37-1671-EE5E187C65D2}"/>
              </a:ext>
            </a:extLst>
          </p:cNvPr>
          <p:cNvSpPr>
            <a:spLocks noGrp="1"/>
          </p:cNvSpPr>
          <p:nvPr/>
        </p:nvSpPr>
        <p:spPr>
          <a:xfrm>
            <a:off x="533607" y="5139255"/>
            <a:ext cx="10241280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Сложнее всего было разобраться в большом ТЗ, проложить трассы с учётом всех ограничений и проверить расчёты. Мы сделали отдельную проверку результата. После обратной связи экспертов: 17 из 17 в основном режиме (доп. разъяснения 29.09, №15), трассы вдоль застройки, набор с дорогами OSM и ускорение на нём.</a:t>
            </a:r>
          </a:p>
        </p:txBody>
      </p:sp>
      <p:sp>
        <p:nvSpPr>
          <p:cNvPr id="41" name="Текст 8">
            <a:extLst>
              <a:ext uri="{FF2B5EF4-FFF2-40B4-BE49-F238E27FC236}">
                <ns3:creationId id="{1AF2119E-43D8-37AF-C511-A59B0DD883B0}"/>
              </a:ext>
            </a:extLst>
          </p:cNvPr>
          <p:cNvSpPr>
            <a:spLocks noGrp="1"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b="1">
                <a:solidFill>
                  <a:schemeClr val="accent5"/>
                </a:solidFill>
              </a:rPr>
            </a:br>
            <a:r>
              <a:rPr b="1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ns3:creationId id="{819ADE62-86A0-41CF-FEBE-6AC207E6AB95}"/>
              </a:ext>
            </a:extLst>
          </p:cNvPr>
          <p:cNvSpPr>
            <a:spLocks noGrp="1"/>
          </p:cNvSpPr>
          <p:nvPr/>
        </p:nvSpPr>
        <p:spPr>
          <a:xfrm>
            <a:off x="533607" y="3429000"/>
            <a:ext cx="10241280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10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Выбрали задачу, потому что нам было интересно поработать с городской инфраструктурой, картами и алгоритмами. До этого мы не делали проект в таком формате.</a:t>
            </a:r>
          </a:p>
        </p:txBody>
      </p:sp>
      <p:sp>
        <p:nvSpPr>
          <p:cNvPr id="44" name="Текст 8">
            <a:extLst>
              <a:ext uri="{FF2B5EF4-FFF2-40B4-BE49-F238E27FC236}">
                <ns3:creationId id="{A0EBDB05-E223-F4C0-4AF4-743B80D718E1}"/>
              </a:ext>
            </a:extLst>
          </p:cNvPr>
          <p:cNvSpPr>
            <a:spLocks noGrp="1"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b="1">
                <a:solidFill>
                  <a:schemeClr val="accent5"/>
                </a:solidFill>
              </a:rPr>
            </a:br>
            <a:r>
              <a:rPr b="1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sp>
        <p:nvSpPr>
          <p:cNvPr id="5" name="Прямая соединительная линия 4">
            <a:extLst>
              <a:ext uri="{FF2B5EF4-FFF2-40B4-BE49-F238E27FC236}">
                <ns3:creationId id="{AD41F26C-260F-4CD5-A6BC-46E46D36C599}"/>
              </a:ext>
            </a:extLst>
          </p:cNvPr>
          <p:cNvSpPr>
            <a:spLocks noGrp="1"/>
          </p:cNvSpPr>
          <p:nvPr/>
        </p:nv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6" name="Прямая соединительная линия 5">
            <a:extLst>
              <a:ext uri="{FF2B5EF4-FFF2-40B4-BE49-F238E27FC236}">
                <ns3:creationId id="{7D9987D3-2101-4897-A8B2-74F1707EB317}"/>
              </a:ext>
            </a:extLst>
          </p:cNvPr>
          <p:cNvSpPr>
            <a:spLocks noGrp="1"/>
          </p:cNvSpPr>
          <p:nvPr/>
        </p:nv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8" name="Прямая соединительная линия 7">
            <a:extLst>
              <a:ext uri="{FF2B5EF4-FFF2-40B4-BE49-F238E27FC236}">
                <ns3:creationId id="{1B0E421A-8DCE-4F5B-86C7-1BEDED939E9F}"/>
              </a:ext>
            </a:extLst>
          </p:cNvPr>
          <p:cNvSpPr>
            <a:spLocks noGrp="1"/>
          </p:cNvSpPr>
          <p:nvPr/>
        </p:nv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9" name="Текст 8">
            <a:extLst>
              <a:ext uri="{FF2B5EF4-FFF2-40B4-BE49-F238E27FC236}">
                <ns3:creationId id="{DE3DBF43-8386-18C6-2DBB-93FBC617A211}"/>
              </a:ext>
            </a:extLst>
          </p:cNvPr>
          <p:cNvSpPr>
            <a:spLocks noGrp="1"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ns3:creationId id="{1C998835-697E-638C-C9A8-992A3CFE1585}"/>
              </a:ext>
            </a:extLst>
          </p:cNvPr>
          <p:cNvSpPr>
            <a:spLocks noGrp="1"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ns3:creationId id="{63CDAC47-57C1-8743-C534-E78438BFEAB6}"/>
              </a:ext>
            </a:extLst>
          </p:cNvPr>
          <p:cNvSpPr>
            <a:spLocks noGrp="1"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ns4:creationId val="2035511140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1f7585ec6fe478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750912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211284"/>
            <a:ext cx="5440313" cy="4989492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211284"/>
            <a:ext cx="5440313" cy="4989492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11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589493" y="1920927"/>
            <a:ext cx="4929861" cy="38685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chemeClr val="tx1"/>
                </a:solidFill>
              </a:rPr>
              <a:t>Java 11, Spring Boot 2.6.3, PostgreSQL, docker-compose 1.29.2, Swagger</a:t>
            </a:r>
          </a:p>
          <a:p xmlns:a="http://schemas.openxmlformats.org/drawingml/2006/main">
            <a:r>
              <a:rPr sz="1400">
                <a:solidFill>
                  <a:schemeClr val="tx1"/>
                </a:solidFill>
              </a:rPr>
              <a:t>Потоковая загрузка GeoJSON до 3 ГБ (замер 28.09: 3,0 ГБ — 6 мин, пик памяти 626 МБ); расчёты в EPSG:32637</a:t>
            </a:r>
          </a:p>
          <a:p xmlns:a="http://schemas.openxmlformats.org/drawingml/2006/main">
            <a:r>
              <a:rPr sz="1400">
                <a:solidFill>
                  <a:schemeClr val="tx1"/>
                </a:solidFill>
              </a:rPr>
              <a:t>Граф видимости + A*: поворот ≤ 90°, цена ребра — вклад в S; затем выравнивание вдоль осей зданий и дорог</a:t>
            </a:r>
          </a:p>
          <a:p xmlns:a="http://schemas.openxmlformats.org/drawingml/2006/main">
            <a:r>
              <a:rPr sz="1400">
                <a:solidFill>
                  <a:schemeClr val="tx1"/>
                </a:solidFill>
              </a:rPr>
              <a:t>Присоединение к существующей сети через камеру или ответвление от уже построенной новой сети; пересчёт расходов и ДУ</a:t>
            </a:r>
          </a:p>
          <a:p xmlns:a="http://schemas.openxmlformats.org/drawingml/2006/main">
            <a:r>
              <a:rPr sz="1400">
                <a:solidFill>
                  <a:schemeClr val="tx1"/>
                </a:solidFill>
              </a:rPr>
              <a:t>Ограничения таблицы 2, спецпроходы с Кспец; ввод в здание и ±2 м — по доп. разъяснениям 29.09</a:t>
            </a:r>
          </a:p>
          <a:p xmlns:a="http://schemas.openxmlformats.org/drawingml/2006/main">
            <a:r>
              <a:rPr sz="1400">
                <a:solidFill>
                  <a:schemeClr val="tx1"/>
                </a:solidFill>
              </a:rPr>
              <a:t>Проверка: валидатор и аудитор команды, 15 сценариев, набор с дорогами OSM; 49 враждебных входов — замер 28.09</a:t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6513513" y="1920927"/>
            <a:ext cx="4957144" cy="387644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chemeClr val="tx1"/>
                </a:solidFill>
              </a:rPr>
              <a:t>Заменяет ручной перебор мест врезки и трасс автоматическим расчётом</a:t>
            </a:r>
          </a:p>
          <a:p xmlns:a="http://schemas.openxmlformats.org/drawingml/2006/main">
            <a:r>
              <a:rPr sz="1400">
                <a:solidFill>
                  <a:schemeClr val="tx1"/>
                </a:solidFill>
              </a:rPr>
              <a:t>Сравнение вариантов по стоимости и длине — прозрачное обоснование решения</a:t>
            </a:r>
          </a:p>
          <a:p xmlns:a="http://schemas.openxmlformats.org/drawingml/2006/main">
            <a:r>
              <a:rPr sz="1400">
                <a:solidFill>
                  <a:schemeClr val="tx1"/>
                </a:solidFill>
              </a:rPr>
              <a:t>Реализовано по техприложению ред. 18.09; реконструкция существующей сети в актуальной модели не выполняется (§2.4, разъяснения по вопросам участников, №14)</a:t>
            </a: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56851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КОРОТКО О РЕШЕНИИ</a:t>
            </a: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78063" y="1476583"/>
            <a:ext cx="4929861" cy="5551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513513" y="1476583"/>
            <a:ext cx="5214724" cy="561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Маркетинговая суть решения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6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blipFill rotWithShape="1">
          <a:blip r:embed="Rf93cd39905884e2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Скругленный прямоугольник 9">
            <a:extLst>
              <a:ext uri="{FF2B5EF4-FFF2-40B4-BE49-F238E27FC236}">
                <ns3:creationId id="{99639827-4B20-41B4-B9A5-E5F859569F5A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ns3:creationId id="{8EE648F1-70BD-354A-6DAE-07E6E3044DC8}"/>
              </a:ext>
            </a:extLst>
          </p:cNvPr>
          <p:cNvSpPr>
            <a:spLocks noGrp="1"/>
          </p:cNvSpPr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ns3:creationId id="{D6D9A41E-4495-E50B-97DA-5E654B99A15A}"/>
              </a:ext>
            </a:extLst>
          </p:cNvPr>
          <p:cNvSpPr>
            <a:spLocks noGrp="1"/>
          </p:cNvSpPr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ns3:creationId id="{9B320FD4-0F75-8FB9-F799-AFA2CA575375}"/>
              </a:ext>
            </a:extLst>
          </p:cNvPr>
          <p:cNvSpPr>
            <a:spLocks noGrp="1"/>
          </p:cNvSpPr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ns3:creationId id="{4205FFC6-B5B1-7076-639B-E4DAFE652AFA}"/>
              </a:ext>
            </a:extLst>
          </p:cNvPr>
          <p:cNvSpPr>
            <a:spLocks noGrp="1"/>
          </p:cNvSpPr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/>
          <a:fillRef idx="0"/>
          <a:effectRef idx="0"/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ns3:creationId id="{889AB292-D098-2ABD-0429-89B4EFAD43B8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52DCC5B9-D646-4B76-891F-6FF4E74E9CB4}" type="slidenum">
              <a:rPr>
                <a:solidFill>
                  <a:schemeClr val="bg1"/>
                </a:solidFill>
              </a:rPr>
              <a:t>16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ns3:creationId id="{0B115FEC-D79C-233C-419E-0B0BE3EB4A02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520913" y="2331720"/>
            <a:ext cx="2284071" cy="822960"/>
          </a:xfrm>
        </p:spPr>
        <p:txBody>
          <a:bodyPr/>
          <a:lstStyle/>
          <a:p>
            <a:r>
              <a:rPr sz="3000" b="1">
                <a:solidFill>
                  <a:srgbClr val="F92571"/>
                </a:solidFill>
              </a:rPr>
              <a:t>17 из 17</a:t>
            </a:r>
          </a:p>
        </p:txBody>
      </p:sp>
      <p:sp>
        <p:nvSpPr>
          <p:cNvPr id="3" name="Текст 2">
            <a:extLst>
              <a:ext uri="{FF2B5EF4-FFF2-40B4-BE49-F238E27FC236}">
                <ns3:creationId id="{B2BA7842-46FE-F786-9D85-92BBE62C549A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520913" y="3291840"/>
            <a:ext cx="2284071" cy="2651760"/>
          </a:xfrm>
        </p:spPr>
        <p:txBody>
          <a:bodyPr/>
          <a:lstStyle/>
          <a:p>
            <a:pPr marL="0" indent="0">
              <a:buNone/>
            </a:pPr>
            <a:r>
              <a:rPr sz="1500">
                <a:solidFill>
                  <a:schemeClr val="tx1"/>
                </a:solidFill>
              </a:rPr>
              <a:t>точек подключены (в сдаче 30.09 по умолчанию — 14): точки 2, 5, 10 — ввод через внешний контур здания, штрафов нет</a:t>
            </a:r>
          </a:p>
        </p:txBody>
      </p:sp>
      <p:sp>
        <p:nvSpPr>
          <p:cNvPr id="4" name="Текст 3">
            <a:extLst>
              <a:ext uri="{FF2B5EF4-FFF2-40B4-BE49-F238E27FC236}">
                <ns3:creationId id="{D2670742-0112-ABA9-7C47-FE6D64A30A91}"/>
              </a:ext>
            </a:extLst>
          </p:cNvPr>
          <p:cNvSpPr>
            <a:spLocks noGrp="1"/>
          </p:cNvSpPr>
          <p:nvPr>
            <p:ph type="body" idx="39"/>
          </p:nvPr>
        </p:nvSpPr>
        <p:spPr>
          <a:xfrm>
            <a:off x="3457903" y="2331720"/>
            <a:ext cx="2337416" cy="822960"/>
          </a:xfrm>
        </p:spPr>
        <p:txBody>
          <a:bodyPr/>
          <a:lstStyle/>
          <a:p>
            <a:r>
              <a:rPr sz="3000" b="1">
                <a:solidFill>
                  <a:srgbClr val="F92571"/>
                </a:solidFill>
              </a:rPr>
              <a:t>53 → 64 %</a:t>
            </a:r>
          </a:p>
        </p:txBody>
      </p:sp>
      <p:sp>
        <p:nvSpPr>
          <p:cNvPr id="5" name="Текст 4">
            <a:extLst>
              <a:ext uri="{FF2B5EF4-FFF2-40B4-BE49-F238E27FC236}">
                <ns3:creationId id="{6A5C658C-1FD4-CD12-D517-15F6F46CFE3C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3457903" y="3291840"/>
            <a:ext cx="2337416" cy="2651760"/>
          </a:xfrm>
        </p:spPr>
        <p:txBody>
          <a:bodyPr/>
          <a:lstStyle/>
          <a:p>
            <a:pPr marL="0" indent="0">
              <a:buNone/>
            </a:pPr>
            <a:r>
              <a:rPr sz="1500">
                <a:solidFill>
                  <a:schemeClr val="tx1"/>
                </a:solidFill>
              </a:rPr>
              <a:t>длины трасс v1 вдоль осей застройки (сдача 30.09 → сейчас); S = 13,20, 1 846 м, 273,6 млн ₽</a:t>
            </a:r>
          </a:p>
        </p:txBody>
      </p:sp>
      <p:sp>
        <p:nvSpPr>
          <p:cNvPr id="6" name="Текст 5">
            <a:extLst>
              <a:ext uri="{FF2B5EF4-FFF2-40B4-BE49-F238E27FC236}">
                <ns3:creationId id="{4FAFE374-953E-0336-76DE-D143BB9C6451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6456363" y="2331720"/>
            <a:ext cx="2268537" cy="822960"/>
          </a:xfrm>
        </p:spPr>
        <p:txBody>
          <a:bodyPr/>
          <a:lstStyle/>
          <a:p>
            <a:r>
              <a:rPr sz="3000" b="1">
                <a:solidFill>
                  <a:srgbClr val="F92571"/>
                </a:solidFill>
              </a:rPr>
              <a:t>0 ошибок</a:t>
            </a:r>
          </a:p>
        </p:txBody>
      </p:sp>
      <p:sp>
        <p:nvSpPr>
          <p:cNvPr id="7" name="Текст 6">
            <a:extLst>
              <a:ext uri="{FF2B5EF4-FFF2-40B4-BE49-F238E27FC236}">
                <ns3:creationId id="{FADF42A3-53F4-C8E0-2D79-332DAAEB9A8A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6456363" y="3291840"/>
            <a:ext cx="2268537" cy="2651760"/>
          </a:xfrm>
        </p:spPr>
        <p:txBody>
          <a:bodyPr/>
          <a:lstStyle/>
          <a:p>
            <a:pPr marL="0" indent="0">
              <a:buNone/>
            </a:pPr>
            <a:r>
              <a:rPr sz="1500">
                <a:solidFill>
                  <a:schemeClr val="tx1"/>
                </a:solidFill>
              </a:rPr>
              <a:t>в проверках геометрии, стоимости и формата: основной результат и набор OSM; валидатор проверяет ещё 15 сценариев</a:t>
            </a:r>
          </a:p>
        </p:txBody>
      </p:sp>
      <p:sp>
        <p:nvSpPr>
          <p:cNvPr id="8" name="Текст 7">
            <a:extLst>
              <a:ext uri="{FF2B5EF4-FFF2-40B4-BE49-F238E27FC236}">
                <ns3:creationId id="{68E32729-5FCC-21EA-16FD-CEF0C8FAABAA}"/>
              </a:ext>
            </a:extLst>
          </p:cNvPr>
          <p:cNvSpPr>
            <a:spLocks noGrp="1"/>
          </p:cNvSpPr>
          <p:nvPr>
            <p:ph type="body" idx="43"/>
          </p:nvPr>
        </p:nvSpPr>
        <p:spPr>
          <a:xfrm>
            <a:off x="9407534" y="2331720"/>
            <a:ext cx="2263553" cy="822960"/>
          </a:xfrm>
        </p:spPr>
        <p:txBody>
          <a:bodyPr/>
          <a:lstStyle/>
          <a:p>
            <a:r>
              <a:rPr sz="3000" b="1">
                <a:solidFill>
                  <a:srgbClr val="F92571"/>
                </a:solidFill>
              </a:rPr>
              <a:t>≈ 2 мин</a:t>
            </a:r>
          </a:p>
        </p:txBody>
      </p:sp>
      <p:sp>
        <p:nvSpPr>
          <p:cNvPr id="9" name="Текст 8">
            <a:extLst>
              <a:ext uri="{FF2B5EF4-FFF2-40B4-BE49-F238E27FC236}">
                <ns3:creationId id="{86A6BF68-6470-CE0D-3E5F-0B15EDDCA14B}"/>
              </a:ext>
            </a:extLst>
          </p:cNvPr>
          <p:cNvSpPr>
            <a:spLocks noGrp="1"/>
          </p:cNvSpPr>
          <p:nvPr>
            <p:ph type="body" idx="44"/>
          </p:nvPr>
        </p:nvSpPr>
        <p:spPr>
          <a:xfrm>
            <a:off x="9407534" y="3291840"/>
            <a:ext cx="2263553" cy="2651760"/>
          </a:xfrm>
        </p:spPr>
        <p:txBody>
          <a:bodyPr/>
          <a:lstStyle/>
          <a:p>
            <a:pPr marL="0" indent="0">
              <a:buNone/>
            </a:pPr>
            <a:r>
              <a:rPr sz="1500">
                <a:solidFill>
                  <a:schemeClr val="tx1"/>
                </a:solidFill>
              </a:rPr>
              <a:t>весь расчёт на наборе с дорогами OSM: 109–125 с на ноутбуке; до исправления — больше 16 мин</a:t>
            </a:r>
          </a:p>
        </p:txBody>
      </p:sp>
      <p:sp>
        <p:nvSpPr>
          <p:cNvPr id="14" name="Заголовок 13">
            <a:extLst>
              <a:ext uri="{FF2B5EF4-FFF2-40B4-BE49-F238E27FC236}">
                <ns3:creationId id="{9ADE5A7A-262A-121D-63C7-92347C3B48D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РЕЗУЛЬТАТЫ</a:t>
            </a:r>
          </a:p>
        </p:txBody>
      </p:sp>
      <p:sp>
        <p:nvSpPr>
          <p:cNvPr id="15" name="Текст 14">
            <a:extLst>
              <a:ext uri="{FF2B5EF4-FFF2-40B4-BE49-F238E27FC236}">
                <ns3:creationId id="{26BEC078-5087-6080-D7D6-F5A0B438BDE2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ns3:creationId id="{DE8FDF14-E7C8-6EE3-EBD8-B5DDE4F7F60B}"/>
              </a:ext>
            </a:extLst>
          </p:cNvPr>
          <p:cNvSpPr>
            <a:spLocks noGrp="1"/>
          </p:cNvSpPr>
          <p:nvPr>
            <p:ph type="body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ns3:creationId id="{2859F02A-65ED-43C1-C072-8FCD6772DA35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  <p:sp>
        <p:nvSpPr>
          <p:cNvPr id="18" name="Текст 17">
            <a:extLst>
              <a:ext uri="{FF2B5EF4-FFF2-40B4-BE49-F238E27FC236}">
                <ns3:creationId id="{59F6129C-95BA-0836-7395-00F4830237D5}"/>
              </a:ext>
            </a:extLst>
          </p:cNvPr>
          <p:cNvSpPr>
            <a:spLocks noGrp="1"/>
          </p:cNvSpPr>
          <p:nvPr>
            <p:ph type="body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r>
              <a:rPr b="1">
                <a:solidFill>
                  <a:schemeClr val="accent5"/>
                </a:solidFill>
              </a:rPr>
              <a:t>04</a:t>
            </a:r>
          </a:p>
        </p:txBody>
      </p:sp>
    </p:spTree>
    <p:extLst>
      <p:ext uri="{BB962C8B-B14F-4D97-AF65-F5344CB8AC3E}">
        <ns4:creationId val="1739114224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84aa22fd3c6474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600">
                <a:solidFill>
                  <a:schemeClr val="bg1"/>
                </a:solidFill>
              </a:rPr>
              <a:t>СЕТЬ ВАРИАНТА V1</a:t>
            </a:r>
          </a:p>
        </p:txBody>
      </p:sp>
      <p:pic>
        <p:nvPicPr>
          <p:cNvPr id="28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2122e379143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1508760"/>
            <a:ext cx="6359236" cy="4663440"/>
          </a:xfrm>
          <a:prstGeom xmlns:a="http://schemas.openxmlformats.org/drawingml/2006/main" prst="rect">
            <a:avLst/>
          </a:prstGeom>
        </p:spPr>
      </p:pic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E8A487B-508C-44B4-8D45-FBCBB9C6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00200"/>
            <a:ext cx="4572000" cy="2042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4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Основной режим: 17 из 17 целей, штрафов нет.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4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4 присоединения к существующей сети, 10 камер разветвления.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4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1 846 м · 273,6 млн ₽ · S = 13,20.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4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Точки 2, 5, 10 (в кольцах): ввод через ближайшую точку внешнего контура, а если прямой выход закрыт — через другую (доп. разъяснения 29.09, №15). Трассы вдоль застройки: 64 % длины вдоль осей (в сдаче 30.09 — 53 %); поток в камерах поворачивает не больше чем на 90°.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400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Новая сеть — розовым, существующая — тёмным; ■ — камера разветвления, ◇ — новая камера присоединения.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5fb40ad164247a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Скругленный 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477" y="1522006"/>
            <a:ext cx="3399397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958" y="1522006"/>
            <a:ext cx="3248506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522006"/>
            <a:ext cx="3248506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17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780565" y="2493074"/>
            <a:ext cx="2965634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F92571"/>
                </a:solidFill>
              </a:rPr>
              <a:t>Совместная сеть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780565" y="5212080"/>
            <a:ext cx="2965633" cy="9144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4 присоединения · 17/17 · 1 846 м · 273,6 млн ₽ · S 13,20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4623178" y="2493074"/>
            <a:ext cx="303489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F92571"/>
                </a:solidFill>
              </a:rPr>
              <a:t>Одно присоединение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4623178" y="5212080"/>
            <a:ext cx="3034896" cy="9144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спецпроход ±2 м через существующую сеть · 17/17 · 2 078 м · 289,7 млн ₽ · S 14,35</a:t>
            </a: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8547959" y="2493074"/>
            <a:ext cx="2945464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F92571"/>
                </a:solidFill>
              </a:rPr>
              <a:t>Набор + дороги OSM</a:t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8547959" y="5212080"/>
            <a:ext cx="2945464" cy="9144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другой вход: коридоры вдоль улиц · 17/17 · 2 041 м · 292,9 млн ₽ · S 14,33 (с V1 не сравнивается)</a:t>
            </a: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6" y="335426"/>
            <a:ext cx="11331221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5"/>
                </a:solidFill>
              </a:rPr>
              <a:t>СРАВНЕНИЕ ВАРИАНТОВ</a:t>
            </a: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780565" y="1772415"/>
            <a:ext cx="1311031" cy="6011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400" b="1">
                <a:solidFill>
                  <a:schemeClr val="accent5"/>
                </a:solidFill>
              </a:rPr>
              <a:t>V1</a:t>
            </a: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4615219" y="1766200"/>
            <a:ext cx="1311031" cy="57294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400" b="1">
                <a:solidFill>
                  <a:schemeClr val="accent5"/>
                </a:solidFill>
              </a:rPr>
              <a:t>V2</a:t>
            </a: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8547959" y="1766043"/>
            <a:ext cx="1311031" cy="5731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400" b="1">
                <a:solidFill>
                  <a:schemeClr val="accent5"/>
                </a:solidFill>
              </a:rPr>
              <a:t>OSM</a:t>
            </a:r>
          </a:p>
        </p:txBody>
      </p:sp>
      <p:pic>
        <p:nvPicPr>
          <p:cNvPr id="39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76783d1e648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811" y="3017520"/>
            <a:ext cx="2926080" cy="2148840"/>
          </a:xfrm>
          <a:prstGeom xmlns:a="http://schemas.openxmlformats.org/drawingml/2006/main" prst="rect">
            <a:avLst/>
          </a:prstGeom>
        </p:spPr>
      </p:pic>
      <p:pic>
        <p:nvPicPr>
          <p:cNvPr id="40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9f742918e4e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54296" y="3017520"/>
            <a:ext cx="2926080" cy="2148840"/>
          </a:xfrm>
          <a:prstGeom xmlns:a="http://schemas.openxmlformats.org/drawingml/2006/main" prst="rect">
            <a:avLst/>
          </a:prstGeom>
        </p:spPr>
      </p:pic>
      <p:pic>
        <p:nvPicPr>
          <p:cNvPr id="41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3ef51ca9b41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6780" y="3017520"/>
            <a:ext cx="2926080" cy="2148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16425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deed6d70469427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5852160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1366423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2377094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3387765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4398436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5409107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366423"/>
            <a:ext cx="5389562" cy="4834352"/>
          </a:xfrm>
          <a:prstGeom xmlns:a="http://schemas.openxmlformats.org/drawingml/2006/main" prst="roundRect">
            <a:avLst>
              <a:gd name="adj" fmla="val 291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23887" y="1732103"/>
            <a:ext cx="4734175" cy="4139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chemeClr val="tx1"/>
                </a:solidFill>
              </a:rPr>
              <a:t>S = 0,7 · C / 25 млн ₽ + 0,3 · L / 100 м</a:t>
            </a:r>
          </a:p>
          <a:p xmlns:a="http://schemas.openxmlformats.org/drawingml/2006/main">
            <a:pPr algn="l">
              <a:buNone/>
            </a:pPr>
            <a:r>
              <a:rPr sz="1400" b="0">
                <a:solidFill>
                  <a:schemeClr val="tx1"/>
                </a:solidFill>
              </a:rPr>
              <a:t>Техприложение §6; меньше — лучше</a:t>
            </a:r>
          </a:p>
          <a:p xmlns:a="http://schemas.openxmlformats.org/drawingml/2006/main">
            <a:pPr algn="l">
              <a:buNone/>
            </a:pPr>
            <a:r>
              <a:rPr sz="1400" b="0">
                <a:solidFill>
                  <a:schemeClr val="tx1"/>
                </a:solidFill>
              </a:rPr>
              <a:t>v1: 7,66 + 5,54 = 13,20</a:t>
            </a:r>
          </a:p>
          <a:p xmlns:a="http://schemas.openxmlformats.org/drawingml/2006/main">
            <a:pPr algn="l">
              <a:buNone/>
            </a:pPr>
            <a:r>
              <a:rPr sz="1400" b="0">
                <a:solidFill>
                  <a:schemeClr val="tx1"/>
                </a:solidFill>
              </a:rPr>
              <a:t>v2: 8,11 + 6,23 ≈ 14,35</a:t>
            </a:r>
          </a:p>
          <a:p xmlns:a="http://schemas.openxmlformats.org/drawingml/2006/main">
            <a:pPr algn="l">
              <a:buNone/>
            </a:pPr>
            <a:r>
              <a:rPr sz="1400" b="0">
                <a:solidFill>
                  <a:schemeClr val="tx1"/>
                </a:solidFill>
              </a:rPr>
              <a:t>Четыре присоединения выгоднее одного: v2 длиннее на 233 м и дороже на 16,1 млн ₽</a:t>
            </a:r>
          </a:p>
          <a:p xmlns:a="http://schemas.openxmlformats.org/drawingml/2006/main">
            <a:pPr algn="l">
              <a:buNone/>
            </a:pPr>
            <a:r>
              <a:rPr sz="1400" b="0">
                <a:solidFill>
                  <a:schemeClr val="tx1"/>
                </a:solidFill>
              </a:rPr>
              <a:t>Предельная длина (§2.3) соблюдена на всех путях — валидатор: 0 нарушений</a:t>
            </a:r>
          </a:p>
          <a:p xmlns:a="http://schemas.openxmlformats.org/drawingml/2006/main">
            <a:pPr algn="l">
              <a:buNone/>
            </a:pPr>
            <a:r>
              <a:rPr sz="1400" b="0">
                <a:solidFill>
                  <a:schemeClr val="tx1"/>
                </a:solidFill>
              </a:rPr>
              <a:t>Поворот ≤ 90° — в каждой вершине трассы и в каждой камере разветвления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172730" y="1445505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Ограничения набора: ОКС (85), вода (2), ж/д (1) — обход с отступом по таблице 2 (у ОКС 5 м + ½ ширины пары труб)</a:t>
            </a: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172730" y="2472872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Спецпроход: v2 пересекает существующую сеть 128 ровно на ±2 м (Кспец 1,05, доп. разъяснения 29.09, №14). Дорога, трамвай, газ, кабель — 15 сценариев и набор с дорогами OSM</a:t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172730" y="3485922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Нет маршрута → частичный результат, id в unconnected_oks_ids, штраф и причина; точки с битыми данными тоже не теряются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172730" y="4496593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Реконструкция существующей сети по приложению ред. 18.09 не выполняется; справочно: добавленный расход занимает до 52 % пропускной способности ДУ 400</a:t>
            </a: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172730" y="5516924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Границы: 2D (глубина необязательна), эвристика без гарантии оптимума; диагональ остаётся, где «Г» упирается в здание; трактовки раскрыты в выгрузке и интерфейсе</a:t>
            </a:r>
          </a:p>
        </p:txBody>
      </p:sp>
      <p:sp>
        <p:nvSpPr>
          <p:cNvPr id="10" name="Номер слайда 9">
            <a:extLst xmlns:a="http://schemas.openxmlformats.org/drawingml/2006/main"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3200" y="6356350"/>
            <a:ext cx="5588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20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РАНЖИРОВАНИЕ И ОГРАНИЧЕНИЯ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10457d68474433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Скругленный 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 xmlns:a="http://schemas.openxmlformats.org/drawingml/2006/main"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25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solidFill>
                  <a:schemeClr val="accent5"/>
                </a:solidFill>
              </a:rPr>
              <a:t>1. Чтение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814077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chemeClr val="tx1"/>
                </a:solidFill>
              </a:rPr>
              <a:t>GeoJSON потоком в два прохода, EPSG:32637, окна поиска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solidFill>
                  <a:schemeClr val="accent5"/>
                </a:solidFill>
              </a:rPr>
              <a:t>3. Трасса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814077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chemeClr val="tx1"/>
                </a:solidFill>
              </a:rPr>
              <a:t>A* по графу видимости: поворот ≤ 90°, цена — вклад в S; выравнивание вдоль застройки</a:t>
            </a: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solidFill>
                  <a:schemeClr val="accent5"/>
                </a:solidFill>
              </a:rPr>
              <a:t>5. Результат</a:t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814077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chemeClr val="tx1"/>
                </a:solidFill>
              </a:rPr>
              <a:t>Два варианта, ранжирование по S, GeoJSON по §7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825338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solidFill>
                  <a:schemeClr val="accent5"/>
                </a:solidFill>
              </a:rPr>
              <a:t>2. Препятствия</a:t>
            </a: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5181340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chemeClr val="tx1"/>
                </a:solidFill>
              </a:rPr>
              <a:t>Отступ + ½ габарита по таблице 2, зоны спецпроходов</a:t>
            </a: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825338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solidFill>
                  <a:schemeClr val="accent5"/>
                </a:solidFill>
              </a:rPr>
              <a:t>4. Общая сеть</a:t>
            </a: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5181340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chemeClr val="tx1"/>
                </a:solidFill>
              </a:rPr>
              <a:t>Присоединение к существующей сети или ответвление от новой в камере, пересчёт ДУ</a:t>
            </a:r>
          </a:p>
        </p:txBody>
      </p:sp>
      <p:sp>
        <p:nvSpPr>
          <p:cNvPr id="34" name="Прямая соединительная линия 33">
            <a:extLst xmlns:a="http://schemas.openxmlformats.org/drawingml/2006/main">
              <a:ext uri="{FF2B5EF4-FFF2-40B4-BE49-F238E27FC236}">
                <a16:creationId xmlns:a16="http://schemas.microsoft.com/office/drawing/2014/main" id="{3643104B-45C4-4295-ABF0-274C2E88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40" y="3860224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Прямая соединительная линия 34">
            <a:extLst xmlns:a="http://schemas.openxmlformats.org/drawingml/2006/main">
              <a:ext uri="{FF2B5EF4-FFF2-40B4-BE49-F238E27FC236}">
                <a16:creationId xmlns:a16="http://schemas.microsoft.com/office/drawing/2014/main" id="{DAF70FA3-CDB3-43BB-AFC9-38BD55C7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137" y="3862139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Прямая соединительная линия 35">
            <a:extLst xmlns:a="http://schemas.openxmlformats.org/drawingml/2006/main">
              <a:ext uri="{FF2B5EF4-FFF2-40B4-BE49-F238E27FC236}">
                <a16:creationId xmlns:a16="http://schemas.microsoft.com/office/drawing/2014/main" id="{3EE1022F-24DC-420E-9616-4EA160BA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334" y="3862139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Прямая соединительная линия 36">
            <a:extLst xmlns:a="http://schemas.openxmlformats.org/drawingml/2006/main">
              <a:ext uri="{FF2B5EF4-FFF2-40B4-BE49-F238E27FC236}">
                <a16:creationId xmlns:a16="http://schemas.microsoft.com/office/drawing/2014/main" id="{D93409C4-7718-49BE-956C-E739E1B4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467" y="3862139"/>
            <a:ext cx="1332545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Прямая соединительная линия 37">
            <a:extLst xmlns:a="http://schemas.openxmlformats.org/drawingml/2006/main">
              <a:ext uri="{FF2B5EF4-FFF2-40B4-BE49-F238E27FC236}">
                <a16:creationId xmlns:a16="http://schemas.microsoft.com/office/drawing/2014/main" id="{AD59C5F6-3F33-4DB5-9A15-4DDA4B75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114" y="2934762"/>
            <a:ext cx="1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9" name="Прямая соединительная линия 38">
            <a:extLst xmlns:a="http://schemas.openxmlformats.org/drawingml/2006/main">
              <a:ext uri="{FF2B5EF4-FFF2-40B4-BE49-F238E27FC236}">
                <a16:creationId xmlns:a16="http://schemas.microsoft.com/office/drawing/2014/main" id="{FA3638BA-3B9A-44D9-AF3F-19A5C36B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312" y="4216228"/>
            <a:ext cx="1245" cy="575062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Прямая соединительная линия 39">
            <a:extLst xmlns:a="http://schemas.openxmlformats.org/drawingml/2006/main">
              <a:ext uri="{FF2B5EF4-FFF2-40B4-BE49-F238E27FC236}">
                <a16:creationId xmlns:a16="http://schemas.microsoft.com/office/drawing/2014/main" id="{0ACC4CC2-2C0D-4EB1-B693-A867E679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34762"/>
            <a:ext cx="5509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Прямая соединительная линия 40">
            <a:extLst xmlns:a="http://schemas.openxmlformats.org/drawingml/2006/main">
              <a:ext uri="{FF2B5EF4-FFF2-40B4-BE49-F238E27FC236}">
                <a16:creationId xmlns:a16="http://schemas.microsoft.com/office/drawing/2014/main" id="{6B555288-1058-4644-9E8F-9A2099F3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343442" y="4216228"/>
            <a:ext cx="4264" cy="575062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2" name="Прямая соединительная линия 41">
            <a:extLst xmlns:a="http://schemas.openxmlformats.org/drawingml/2006/main">
              <a:ext uri="{FF2B5EF4-FFF2-40B4-BE49-F238E27FC236}">
                <a16:creationId xmlns:a16="http://schemas.microsoft.com/office/drawing/2014/main" id="{A5E4EEB6-576A-42B5-A4B5-0D247E9B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3901" y="2934762"/>
            <a:ext cx="1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Скругленный прямоугольник 42">
            <a:extLst xmlns:a="http://schemas.openxmlformats.org/drawingml/2006/main"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126" y="3508049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1</a:t>
            </a:r>
          </a:p>
        </p:txBody>
      </p:sp>
      <p:sp>
        <p:nvSpPr>
          <p:cNvPr id="44" name="Скругленный прямоугольник 43">
            <a:extLst xmlns:a="http://schemas.openxmlformats.org/drawingml/2006/main"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397" y="3506136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2</a:t>
            </a:r>
          </a:p>
        </p:txBody>
      </p:sp>
      <p:sp>
        <p:nvSpPr>
          <p:cNvPr id="45" name="Скругленный прямоугольник 44">
            <a:extLst xmlns:a="http://schemas.openxmlformats.org/drawingml/2006/main"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594" y="3516255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3</a:t>
            </a:r>
          </a:p>
        </p:txBody>
      </p:sp>
      <p:sp>
        <p:nvSpPr>
          <p:cNvPr id="53" name="Скругленный прямоугольник 52">
            <a:extLst xmlns:a="http://schemas.openxmlformats.org/drawingml/2006/main"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752" y="3506135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4</a:t>
            </a:r>
          </a:p>
        </p:txBody>
      </p:sp>
      <p:sp>
        <p:nvSpPr>
          <p:cNvPr id="54" name="Скругленный прямоугольник 53">
            <a:extLst xmlns:a="http://schemas.openxmlformats.org/drawingml/2006/main"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012" y="3538626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5</a:t>
            </a:r>
          </a:p>
        </p:txBody>
      </p:sp>
      <p:sp>
        <p:nvSpPr>
          <p:cNvPr id="15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АЛГОРИТМ</a:t>
            </a:r>
          </a:p>
        </p:txBody>
      </p:sp>
      <p:sp>
        <p:nvSpPr>
          <p:cNvPr id="14" name="Скругленный 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6" name="Скругленный 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1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8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78" y="4825338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9" name="Скругленный 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708" y="4791290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a30c011966c4e5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Скругленный 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64C56CA4-DEF9-5625-89CB-6C07486C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pic>
        <p:nvPicPr>
          <p:cNvPr id="13" name="Рисунок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791d32b6a45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78252" y="904538"/>
            <a:ext cx="4551334" cy="3557364"/>
          </a:xfrm>
          <a:prstGeom xmlns:a="http://schemas.openxmlformats.org/drawingml/2006/main" prst="rect">
            <a:avLst/>
          </a:prstGeom>
        </p:spPr>
      </p:pic>
      <p:pic>
        <p:nvPicPr>
          <p:cNvPr id="14" name="Рисунок 1"/>
          <p:cNvPicPr>
            <a:picLocks xmlns:a="http://schemas.openxmlformats.org/drawingml/2006/main" noChangeAspect="1"/>
          </p:cNvPicPr>
          <p:nvPr>
            <p:ph type="pic" idx="14"/>
          </p:nvPr>
        </p:nvPicPr>
        <p:blipFill>
          <a:blip xmlns:r="http://schemas.openxmlformats.org/officeDocument/2006/relationships" xmlns:a="http://schemas.openxmlformats.org/drawingml/2006/main" r:embed="Rb8027ab5ea9847cf"/>
          <a:srcRect xmlns:a="http://schemas.openxmlformats.org/drawingml/2006/main" l="117" t="0" r="1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0350" y="1196340"/>
            <a:ext cx="3966210" cy="2971800"/>
          </a:xfrm>
        </p:spPr>
      </p:pic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752D5942-B353-44B0-BA5B-56640646D1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26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DC247253-002A-413B-B1BF-2661F6820C79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solidFill>
                  <a:schemeClr val="tx1"/>
                </a:solidFill>
              </a:rPr>
              <a:t>Загрузка и расчёт</a:t>
            </a:r>
          </a:p>
          <a:p xmlns:a="http://schemas.openxmlformats.org/drawingml/2006/main">
            <a:pPr marL="0" indent="0">
              <a:buNone/>
            </a:pPr>
            <a:r>
              <a:rPr>
                <a:solidFill>
                  <a:schemeClr val="tx1"/>
                </a:solidFill>
              </a:rPr>
              <a:t>Файл до 3 ГБ потоком (замер 28.09: 3,0 ГБ — 6 мин), очередь заданий и статус, API в Swagger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E1719752-EED6-4EE5-BE5A-FB401278B984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solidFill>
                  <a:schemeClr val="tx1"/>
                </a:solidFill>
              </a:rPr>
              <a:t>Карта результата</a:t>
            </a:r>
          </a:p>
          <a:p xmlns:a="http://schemas.openxmlformats.org/drawingml/2006/main">
            <a:pPr marL="0" indent="0">
              <a:buNone/>
            </a:pPr>
            <a:r>
              <a:rPr>
                <a:solidFill>
                  <a:schemeClr val="tx1"/>
                </a:solidFill>
              </a:rPr>
              <a:t>Варианты, камеры, спецпроходы, предельная длина и блок «Трактовки и отступления»</a:t>
            </a: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A616E677-DB7C-4B76-AAC0-44E0CBDD2CA4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solidFill>
                  <a:schemeClr val="tx1"/>
                </a:solidFill>
              </a:rPr>
              <a:t>Развёртывание</a:t>
            </a:r>
          </a:p>
          <a:p xmlns:a="http://schemas.openxmlformats.org/drawingml/2006/main">
            <a:pPr marL="0" indent="0">
              <a:buNone/>
            </a:pPr>
            <a:r>
              <a:rPr>
                <a:solidFill>
                  <a:schemeClr val="tx1"/>
                </a:solidFill>
              </a:rPr>
              <a:t>docker-compose 1.29.2: приложение и PostgreSQL 16, Java 11</a:t>
            </a:r>
          </a:p>
        </p:txBody>
      </p:sp>
      <p:sp>
        <p:nvSpPr>
          <p:cNvPr id="9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3F4D2037-46B3-D253-D9E2-75E4F6E77A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СЕРВИС</a:t>
            </a:r>
          </a:p>
        </p:txBody>
      </p:sp>
    </p:spTree>
    <p:extLst>
      <p:ext uri="{BB962C8B-B14F-4D97-AF65-F5344CB8AC3E}">
        <p14:creationId xmlns:p14="http://schemas.microsoft.com/office/powerpoint/2010/main" val="1099989456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1a1a81f69e3411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Скругленный 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41" y="3008209"/>
            <a:ext cx="3728347" cy="3656826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137" y="3008209"/>
            <a:ext cx="3728347" cy="3656826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133" y="3008209"/>
            <a:ext cx="3728347" cy="3656826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262" y="1366572"/>
            <a:ext cx="1504594" cy="1401168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018" y="1366572"/>
            <a:ext cx="1504594" cy="1401168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24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16304" y="3286814"/>
            <a:ext cx="3264113" cy="237511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1"/>
                </a:solidFill>
              </a:rPr>
              <a:t>Режим с глубиной</a:t>
            </a: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Отдельный расчёт с вертикальными правилами пересечений и коэффициентом глубины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4569890" y="3264544"/>
            <a:ext cx="3264113" cy="237511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1"/>
                </a:solidFill>
              </a:rPr>
              <a:t>Масштаб</a:t>
            </a: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Следующий этап: инкрементальный пересчёт препятствий и параллельный перебор вариантов — для тысяч целей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8405081" y="3277471"/>
            <a:ext cx="3264113" cy="237511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1"/>
                </a:solidFill>
              </a:rPr>
              <a:t>Внедрение</a:t>
            </a: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Интеграция с ГИС города; при появлении в данных текущих расходов — проверка пропускной способности существующей сети</a:t>
            </a:r>
          </a:p>
        </p:txBody>
      </p:sp>
      <p:cxnSp>
        <p:nvCxnSpPr>
          <p:cNvPr id="119" name="Google Shape;2799;p94"/>
          <p:cNvCxnSpPr/>
          <p:nvPr/>
        </p:nvCxnSpPr>
        <p:spPr>
          <a:xfrm xmlns:a="http://schemas.openxmlformats.org/drawingml/2006/main" flipV="1">
            <a:off x="3041995" y="2120995"/>
            <a:ext cx="2288595" cy="11479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headEnd type="none" w="med" len="med"/>
            <a:tailEnd type="non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63" name="Google Shape;2830;p94">
            <a:extLst xmlns:a="http://schemas.openxmlformats.org/drawingml/2006/main">
              <a:ext uri="{FF2B5EF4-FFF2-40B4-BE49-F238E27FC236}">
                <a16:creationId xmlns:a16="http://schemas.microsoft.com/office/drawing/2014/main" id="{F538E3A9-5C7B-406B-80D1-B9EEBFF3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9087" y="1753233"/>
            <a:ext cx="738530" cy="687909"/>
          </a:xfrm>
          <a:custGeom xmlns:a="http://schemas.openxmlformats.org/drawingml/2006/main">
            <a:rect l="l" t="t" r="r" b="b"/>
            <a:pathLst>
              <a:path w="10122" h="9289">
                <a:moveTo>
                  <a:pt x="9574" y="310"/>
                </a:moveTo>
                <a:cubicBezTo>
                  <a:pt x="9717" y="310"/>
                  <a:pt x="9812" y="406"/>
                  <a:pt x="9812" y="549"/>
                </a:cubicBezTo>
                <a:lnTo>
                  <a:pt x="9812" y="5669"/>
                </a:lnTo>
                <a:lnTo>
                  <a:pt x="8622" y="5669"/>
                </a:lnTo>
                <a:cubicBezTo>
                  <a:pt x="8550" y="5669"/>
                  <a:pt x="8479" y="5740"/>
                  <a:pt x="8479" y="5812"/>
                </a:cubicBezTo>
                <a:cubicBezTo>
                  <a:pt x="8479" y="5907"/>
                  <a:pt x="8550" y="5978"/>
                  <a:pt x="8622" y="5978"/>
                </a:cubicBezTo>
                <a:lnTo>
                  <a:pt x="9812" y="5978"/>
                </a:lnTo>
                <a:lnTo>
                  <a:pt x="9812" y="6455"/>
                </a:lnTo>
                <a:cubicBezTo>
                  <a:pt x="9812" y="6597"/>
                  <a:pt x="9717" y="6717"/>
                  <a:pt x="9574" y="6717"/>
                </a:cubicBezTo>
                <a:lnTo>
                  <a:pt x="549" y="6717"/>
                </a:lnTo>
                <a:cubicBezTo>
                  <a:pt x="406" y="6717"/>
                  <a:pt x="287" y="6597"/>
                  <a:pt x="287" y="6455"/>
                </a:cubicBezTo>
                <a:lnTo>
                  <a:pt x="287" y="5978"/>
                </a:lnTo>
                <a:lnTo>
                  <a:pt x="7979" y="5978"/>
                </a:lnTo>
                <a:cubicBezTo>
                  <a:pt x="8050" y="5978"/>
                  <a:pt x="8122" y="5907"/>
                  <a:pt x="8122" y="5812"/>
                </a:cubicBezTo>
                <a:cubicBezTo>
                  <a:pt x="8122" y="5740"/>
                  <a:pt x="8050" y="5669"/>
                  <a:pt x="7979" y="5669"/>
                </a:cubicBezTo>
                <a:lnTo>
                  <a:pt x="6216" y="5669"/>
                </a:lnTo>
                <a:lnTo>
                  <a:pt x="6216" y="310"/>
                </a:lnTo>
                <a:close/>
                <a:moveTo>
                  <a:pt x="5335" y="7002"/>
                </a:moveTo>
                <a:lnTo>
                  <a:pt x="5335" y="7193"/>
                </a:lnTo>
                <a:cubicBezTo>
                  <a:pt x="5335" y="7360"/>
                  <a:pt x="5216" y="7479"/>
                  <a:pt x="5049" y="7479"/>
                </a:cubicBezTo>
                <a:cubicBezTo>
                  <a:pt x="4907" y="7479"/>
                  <a:pt x="4764" y="7360"/>
                  <a:pt x="4764" y="7193"/>
                </a:cubicBezTo>
                <a:lnTo>
                  <a:pt x="4764" y="7002"/>
                </a:lnTo>
                <a:close/>
                <a:moveTo>
                  <a:pt x="6073" y="7002"/>
                </a:moveTo>
                <a:lnTo>
                  <a:pt x="6169" y="8241"/>
                </a:lnTo>
                <a:lnTo>
                  <a:pt x="3954" y="8241"/>
                </a:lnTo>
                <a:lnTo>
                  <a:pt x="4049" y="7002"/>
                </a:lnTo>
                <a:lnTo>
                  <a:pt x="4478" y="7002"/>
                </a:lnTo>
                <a:lnTo>
                  <a:pt x="4478" y="7193"/>
                </a:lnTo>
                <a:cubicBezTo>
                  <a:pt x="4478" y="7526"/>
                  <a:pt x="4740" y="7788"/>
                  <a:pt x="5049" y="7788"/>
                </a:cubicBezTo>
                <a:cubicBezTo>
                  <a:pt x="5383" y="7788"/>
                  <a:pt x="5645" y="7526"/>
                  <a:pt x="5645" y="7193"/>
                </a:cubicBezTo>
                <a:lnTo>
                  <a:pt x="5645" y="7002"/>
                </a:lnTo>
                <a:close/>
                <a:moveTo>
                  <a:pt x="6859" y="8526"/>
                </a:moveTo>
                <a:cubicBezTo>
                  <a:pt x="6883" y="8526"/>
                  <a:pt x="6907" y="8550"/>
                  <a:pt x="6907" y="8574"/>
                </a:cubicBezTo>
                <a:lnTo>
                  <a:pt x="6907" y="8955"/>
                </a:lnTo>
                <a:cubicBezTo>
                  <a:pt x="6907" y="8979"/>
                  <a:pt x="6883" y="9003"/>
                  <a:pt x="6859" y="9003"/>
                </a:cubicBezTo>
                <a:lnTo>
                  <a:pt x="3263" y="9003"/>
                </a:lnTo>
                <a:cubicBezTo>
                  <a:pt x="3240" y="9003"/>
                  <a:pt x="3216" y="8979"/>
                  <a:pt x="3216" y="8955"/>
                </a:cubicBezTo>
                <a:lnTo>
                  <a:pt x="3216" y="8574"/>
                </a:lnTo>
                <a:cubicBezTo>
                  <a:pt x="3216" y="8550"/>
                  <a:pt x="3240" y="8526"/>
                  <a:pt x="3263" y="8526"/>
                </a:cubicBezTo>
                <a:close/>
                <a:moveTo>
                  <a:pt x="549" y="1"/>
                </a:moveTo>
                <a:cubicBezTo>
                  <a:pt x="239" y="1"/>
                  <a:pt x="1" y="239"/>
                  <a:pt x="1" y="549"/>
                </a:cubicBezTo>
                <a:lnTo>
                  <a:pt x="1" y="1477"/>
                </a:lnTo>
                <a:cubicBezTo>
                  <a:pt x="1" y="1573"/>
                  <a:pt x="72" y="1644"/>
                  <a:pt x="144" y="1644"/>
                </a:cubicBezTo>
                <a:cubicBezTo>
                  <a:pt x="215" y="1644"/>
                  <a:pt x="287" y="1573"/>
                  <a:pt x="287" y="1477"/>
                </a:cubicBezTo>
                <a:lnTo>
                  <a:pt x="287" y="549"/>
                </a:lnTo>
                <a:cubicBezTo>
                  <a:pt x="287" y="406"/>
                  <a:pt x="406" y="310"/>
                  <a:pt x="549" y="310"/>
                </a:cubicBezTo>
                <a:lnTo>
                  <a:pt x="5907" y="310"/>
                </a:lnTo>
                <a:lnTo>
                  <a:pt x="5907" y="5669"/>
                </a:lnTo>
                <a:lnTo>
                  <a:pt x="287" y="5669"/>
                </a:lnTo>
                <a:lnTo>
                  <a:pt x="287" y="2144"/>
                </a:lnTo>
                <a:cubicBezTo>
                  <a:pt x="287" y="2049"/>
                  <a:pt x="239" y="2001"/>
                  <a:pt x="144" y="2001"/>
                </a:cubicBezTo>
                <a:cubicBezTo>
                  <a:pt x="72" y="2001"/>
                  <a:pt x="1" y="2049"/>
                  <a:pt x="1" y="2144"/>
                </a:cubicBezTo>
                <a:lnTo>
                  <a:pt x="1" y="6455"/>
                </a:lnTo>
                <a:cubicBezTo>
                  <a:pt x="1" y="6764"/>
                  <a:pt x="239" y="7002"/>
                  <a:pt x="549" y="7002"/>
                </a:cubicBezTo>
                <a:lnTo>
                  <a:pt x="3763" y="7002"/>
                </a:lnTo>
                <a:lnTo>
                  <a:pt x="3644" y="8241"/>
                </a:lnTo>
                <a:lnTo>
                  <a:pt x="3263" y="8241"/>
                </a:lnTo>
                <a:cubicBezTo>
                  <a:pt x="3073" y="8241"/>
                  <a:pt x="2930" y="8384"/>
                  <a:pt x="2930" y="8574"/>
                </a:cubicBezTo>
                <a:lnTo>
                  <a:pt x="2930" y="8955"/>
                </a:lnTo>
                <a:cubicBezTo>
                  <a:pt x="2930" y="9146"/>
                  <a:pt x="3073" y="9288"/>
                  <a:pt x="3263" y="9288"/>
                </a:cubicBezTo>
                <a:lnTo>
                  <a:pt x="6859" y="9288"/>
                </a:lnTo>
                <a:cubicBezTo>
                  <a:pt x="7050" y="9288"/>
                  <a:pt x="7193" y="9146"/>
                  <a:pt x="7193" y="8955"/>
                </a:cubicBezTo>
                <a:lnTo>
                  <a:pt x="7193" y="8574"/>
                </a:lnTo>
                <a:cubicBezTo>
                  <a:pt x="7193" y="8384"/>
                  <a:pt x="7050" y="8241"/>
                  <a:pt x="6859" y="8241"/>
                </a:cubicBezTo>
                <a:lnTo>
                  <a:pt x="6478" y="8241"/>
                </a:lnTo>
                <a:lnTo>
                  <a:pt x="6359" y="7002"/>
                </a:lnTo>
                <a:lnTo>
                  <a:pt x="9574" y="7002"/>
                </a:lnTo>
                <a:cubicBezTo>
                  <a:pt x="9860" y="7002"/>
                  <a:pt x="10122" y="6764"/>
                  <a:pt x="10122" y="6455"/>
                </a:cubicBezTo>
                <a:lnTo>
                  <a:pt x="10122" y="549"/>
                </a:lnTo>
                <a:cubicBezTo>
                  <a:pt x="10122" y="239"/>
                  <a:pt x="9884" y="1"/>
                  <a:pt x="9574" y="1"/>
                </a:cubicBezTo>
                <a:close/>
              </a:path>
            </a:pathLst>
          </a:custGeom>
          <a:solidFill xmlns:a="http://schemas.openxmlformats.org/drawingml/2006/main">
            <a:srgbClr val="FD0C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" name="Google Shape;2831;p94">
            <a:extLst xmlns:a="http://schemas.openxmlformats.org/drawingml/2006/main">
              <a:ext uri="{FF2B5EF4-FFF2-40B4-BE49-F238E27FC236}">
                <a16:creationId xmlns:a16="http://schemas.microsoft.com/office/drawing/2014/main" id="{6A25AEAC-89F0-49CB-B7BE-42F11987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53" y="1888385"/>
            <a:ext cx="311114" cy="244088"/>
          </a:xfrm>
          <a:custGeom xmlns:a="http://schemas.openxmlformats.org/drawingml/2006/main">
            <a:rect l="l" t="t" r="r" b="b"/>
            <a:pathLst>
              <a:path w="4264" h="3296">
                <a:moveTo>
                  <a:pt x="3897" y="0"/>
                </a:moveTo>
                <a:cubicBezTo>
                  <a:pt x="3848" y="0"/>
                  <a:pt x="3805" y="22"/>
                  <a:pt x="3787" y="57"/>
                </a:cubicBezTo>
                <a:lnTo>
                  <a:pt x="2835" y="1176"/>
                </a:lnTo>
                <a:lnTo>
                  <a:pt x="2596" y="986"/>
                </a:lnTo>
                <a:cubicBezTo>
                  <a:pt x="2573" y="962"/>
                  <a:pt x="2537" y="950"/>
                  <a:pt x="2501" y="950"/>
                </a:cubicBezTo>
                <a:cubicBezTo>
                  <a:pt x="2465" y="950"/>
                  <a:pt x="2430" y="962"/>
                  <a:pt x="2406" y="986"/>
                </a:cubicBezTo>
                <a:lnTo>
                  <a:pt x="1811" y="1629"/>
                </a:lnTo>
                <a:lnTo>
                  <a:pt x="1096" y="1367"/>
                </a:lnTo>
                <a:cubicBezTo>
                  <a:pt x="1084" y="1355"/>
                  <a:pt x="1066" y="1349"/>
                  <a:pt x="1045" y="1349"/>
                </a:cubicBezTo>
                <a:cubicBezTo>
                  <a:pt x="1025" y="1349"/>
                  <a:pt x="1001" y="1355"/>
                  <a:pt x="977" y="1367"/>
                </a:cubicBezTo>
                <a:lnTo>
                  <a:pt x="286" y="1772"/>
                </a:lnTo>
                <a:lnTo>
                  <a:pt x="286" y="462"/>
                </a:lnTo>
                <a:cubicBezTo>
                  <a:pt x="286" y="391"/>
                  <a:pt x="239" y="319"/>
                  <a:pt x="144" y="319"/>
                </a:cubicBezTo>
                <a:cubicBezTo>
                  <a:pt x="72" y="319"/>
                  <a:pt x="1" y="391"/>
                  <a:pt x="1" y="462"/>
                </a:cubicBezTo>
                <a:lnTo>
                  <a:pt x="1" y="3153"/>
                </a:lnTo>
                <a:cubicBezTo>
                  <a:pt x="1" y="3225"/>
                  <a:pt x="72" y="3296"/>
                  <a:pt x="144" y="3296"/>
                </a:cubicBezTo>
                <a:lnTo>
                  <a:pt x="4121" y="3296"/>
                </a:lnTo>
                <a:cubicBezTo>
                  <a:pt x="4192" y="3296"/>
                  <a:pt x="4263" y="3225"/>
                  <a:pt x="4263" y="3153"/>
                </a:cubicBezTo>
                <a:cubicBezTo>
                  <a:pt x="4263" y="3082"/>
                  <a:pt x="4216" y="3010"/>
                  <a:pt x="4121" y="3010"/>
                </a:cubicBezTo>
                <a:lnTo>
                  <a:pt x="4049" y="3010"/>
                </a:lnTo>
                <a:lnTo>
                  <a:pt x="4049" y="2200"/>
                </a:lnTo>
                <a:cubicBezTo>
                  <a:pt x="4049" y="2105"/>
                  <a:pt x="3978" y="2034"/>
                  <a:pt x="3906" y="2034"/>
                </a:cubicBezTo>
                <a:cubicBezTo>
                  <a:pt x="3811" y="2034"/>
                  <a:pt x="3739" y="2105"/>
                  <a:pt x="3739" y="2200"/>
                </a:cubicBezTo>
                <a:lnTo>
                  <a:pt x="3739" y="3010"/>
                </a:lnTo>
                <a:lnTo>
                  <a:pt x="3382" y="3010"/>
                </a:lnTo>
                <a:lnTo>
                  <a:pt x="3382" y="2891"/>
                </a:lnTo>
                <a:cubicBezTo>
                  <a:pt x="3382" y="2820"/>
                  <a:pt x="3311" y="2748"/>
                  <a:pt x="3239" y="2748"/>
                </a:cubicBezTo>
                <a:cubicBezTo>
                  <a:pt x="3144" y="2748"/>
                  <a:pt x="3073" y="2796"/>
                  <a:pt x="3073" y="2891"/>
                </a:cubicBezTo>
                <a:lnTo>
                  <a:pt x="3073" y="3010"/>
                </a:lnTo>
                <a:lnTo>
                  <a:pt x="2573" y="3010"/>
                </a:lnTo>
                <a:lnTo>
                  <a:pt x="2573" y="2891"/>
                </a:lnTo>
                <a:cubicBezTo>
                  <a:pt x="2573" y="2820"/>
                  <a:pt x="2525" y="2748"/>
                  <a:pt x="2430" y="2748"/>
                </a:cubicBezTo>
                <a:cubicBezTo>
                  <a:pt x="2358" y="2748"/>
                  <a:pt x="2287" y="2796"/>
                  <a:pt x="2287" y="2891"/>
                </a:cubicBezTo>
                <a:lnTo>
                  <a:pt x="2287" y="3010"/>
                </a:lnTo>
                <a:lnTo>
                  <a:pt x="1787" y="3010"/>
                </a:lnTo>
                <a:lnTo>
                  <a:pt x="1787" y="2891"/>
                </a:lnTo>
                <a:cubicBezTo>
                  <a:pt x="1787" y="2820"/>
                  <a:pt x="1715" y="2748"/>
                  <a:pt x="1644" y="2748"/>
                </a:cubicBezTo>
                <a:cubicBezTo>
                  <a:pt x="1549" y="2748"/>
                  <a:pt x="1501" y="2796"/>
                  <a:pt x="1501" y="2891"/>
                </a:cubicBezTo>
                <a:lnTo>
                  <a:pt x="1501" y="3010"/>
                </a:lnTo>
                <a:lnTo>
                  <a:pt x="1001" y="3010"/>
                </a:lnTo>
                <a:lnTo>
                  <a:pt x="1001" y="2891"/>
                </a:lnTo>
                <a:cubicBezTo>
                  <a:pt x="1001" y="2820"/>
                  <a:pt x="929" y="2748"/>
                  <a:pt x="834" y="2748"/>
                </a:cubicBezTo>
                <a:cubicBezTo>
                  <a:pt x="763" y="2748"/>
                  <a:pt x="691" y="2796"/>
                  <a:pt x="691" y="2891"/>
                </a:cubicBezTo>
                <a:lnTo>
                  <a:pt x="691" y="3010"/>
                </a:lnTo>
                <a:lnTo>
                  <a:pt x="286" y="3010"/>
                </a:lnTo>
                <a:lnTo>
                  <a:pt x="286" y="2105"/>
                </a:lnTo>
                <a:lnTo>
                  <a:pt x="1048" y="1653"/>
                </a:lnTo>
                <a:lnTo>
                  <a:pt x="1811" y="1962"/>
                </a:lnTo>
                <a:cubicBezTo>
                  <a:pt x="1823" y="1969"/>
                  <a:pt x="1838" y="1972"/>
                  <a:pt x="1853" y="1972"/>
                </a:cubicBezTo>
                <a:cubicBezTo>
                  <a:pt x="1893" y="1972"/>
                  <a:pt x="1936" y="1950"/>
                  <a:pt x="1953" y="1915"/>
                </a:cubicBezTo>
                <a:lnTo>
                  <a:pt x="2525" y="1296"/>
                </a:lnTo>
                <a:lnTo>
                  <a:pt x="2763" y="1486"/>
                </a:lnTo>
                <a:cubicBezTo>
                  <a:pt x="2795" y="1518"/>
                  <a:pt x="2828" y="1531"/>
                  <a:pt x="2860" y="1531"/>
                </a:cubicBezTo>
                <a:cubicBezTo>
                  <a:pt x="2899" y="1531"/>
                  <a:pt x="2938" y="1512"/>
                  <a:pt x="2977" y="1486"/>
                </a:cubicBezTo>
                <a:lnTo>
                  <a:pt x="3739" y="557"/>
                </a:lnTo>
                <a:lnTo>
                  <a:pt x="3739" y="1534"/>
                </a:lnTo>
                <a:cubicBezTo>
                  <a:pt x="3739" y="1629"/>
                  <a:pt x="3811" y="1677"/>
                  <a:pt x="3882" y="1677"/>
                </a:cubicBezTo>
                <a:cubicBezTo>
                  <a:pt x="3978" y="1677"/>
                  <a:pt x="4049" y="1629"/>
                  <a:pt x="4049" y="1534"/>
                </a:cubicBezTo>
                <a:lnTo>
                  <a:pt x="4049" y="152"/>
                </a:lnTo>
                <a:cubicBezTo>
                  <a:pt x="4049" y="81"/>
                  <a:pt x="4001" y="33"/>
                  <a:pt x="3954" y="10"/>
                </a:cubicBezTo>
                <a:cubicBezTo>
                  <a:pt x="3935" y="3"/>
                  <a:pt x="3916" y="0"/>
                  <a:pt x="3897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2832;p94">
            <a:extLst xmlns:a="http://schemas.openxmlformats.org/drawingml/2006/main">
              <a:ext uri="{FF2B5EF4-FFF2-40B4-BE49-F238E27FC236}">
                <a16:creationId xmlns:a16="http://schemas.microsoft.com/office/drawing/2014/main" id="{3504136F-174E-465D-95D8-13EE2C34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1584" y="1938446"/>
            <a:ext cx="20941" cy="30065"/>
          </a:xfrm>
          <a:custGeom xmlns:a="http://schemas.openxmlformats.org/drawingml/2006/main">
            <a:rect l="l" t="t" r="r" b="b"/>
            <a:pathLst>
              <a:path w="287" h="406">
                <a:moveTo>
                  <a:pt x="143" y="0"/>
                </a:moveTo>
                <a:cubicBezTo>
                  <a:pt x="72" y="0"/>
                  <a:pt x="1" y="72"/>
                  <a:pt x="1" y="167"/>
                </a:cubicBezTo>
                <a:lnTo>
                  <a:pt x="1" y="262"/>
                </a:lnTo>
                <a:cubicBezTo>
                  <a:pt x="1" y="358"/>
                  <a:pt x="72" y="405"/>
                  <a:pt x="143" y="405"/>
                </a:cubicBezTo>
                <a:cubicBezTo>
                  <a:pt x="239" y="405"/>
                  <a:pt x="286" y="358"/>
                  <a:pt x="286" y="262"/>
                </a:cubicBezTo>
                <a:lnTo>
                  <a:pt x="286" y="167"/>
                </a:lnTo>
                <a:cubicBezTo>
                  <a:pt x="286" y="72"/>
                  <a:pt x="239" y="0"/>
                  <a:pt x="143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" name="Google Shape;2833;p94">
            <a:extLst xmlns:a="http://schemas.openxmlformats.org/drawingml/2006/main">
              <a:ext uri="{FF2B5EF4-FFF2-40B4-BE49-F238E27FC236}">
                <a16:creationId xmlns:a16="http://schemas.microsoft.com/office/drawing/2014/main" id="{1A03FD0C-7738-4A35-B44B-4D9C0E75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7599" y="1908454"/>
            <a:ext cx="22617" cy="30065"/>
          </a:xfrm>
          <a:custGeom xmlns:a="http://schemas.openxmlformats.org/drawingml/2006/main">
            <a:rect l="l" t="t" r="r" b="b"/>
            <a:pathLst>
              <a:path w="310" h="406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lnTo>
                  <a:pt x="0" y="262"/>
                </a:lnTo>
                <a:cubicBezTo>
                  <a:pt x="0" y="334"/>
                  <a:pt x="72" y="405"/>
                  <a:pt x="143" y="405"/>
                </a:cubicBezTo>
                <a:cubicBezTo>
                  <a:pt x="238" y="405"/>
                  <a:pt x="310" y="334"/>
                  <a:pt x="310" y="262"/>
                </a:cubicBezTo>
                <a:lnTo>
                  <a:pt x="310" y="143"/>
                </a:lnTo>
                <a:cubicBezTo>
                  <a:pt x="310" y="72"/>
                  <a:pt x="238" y="1"/>
                  <a:pt x="143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" name="Google Shape;2834;p94">
            <a:extLst xmlns:a="http://schemas.openxmlformats.org/drawingml/2006/main">
              <a:ext uri="{FF2B5EF4-FFF2-40B4-BE49-F238E27FC236}">
                <a16:creationId xmlns:a16="http://schemas.microsoft.com/office/drawing/2014/main" id="{66009B1B-C6FD-49B8-8022-7BA95FBA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48361" y="1843211"/>
            <a:ext cx="22691" cy="30065"/>
          </a:xfrm>
          <a:custGeom xmlns:a="http://schemas.openxmlformats.org/drawingml/2006/main">
            <a:rect l="l" t="t" r="r" b="b"/>
            <a:pathLst>
              <a:path w="311" h="406">
                <a:moveTo>
                  <a:pt x="167" y="0"/>
                </a:moveTo>
                <a:cubicBezTo>
                  <a:pt x="72" y="0"/>
                  <a:pt x="0" y="48"/>
                  <a:pt x="0" y="143"/>
                </a:cubicBezTo>
                <a:lnTo>
                  <a:pt x="0" y="239"/>
                </a:lnTo>
                <a:cubicBezTo>
                  <a:pt x="0" y="334"/>
                  <a:pt x="72" y="405"/>
                  <a:pt x="167" y="405"/>
                </a:cubicBezTo>
                <a:cubicBezTo>
                  <a:pt x="239" y="405"/>
                  <a:pt x="310" y="334"/>
                  <a:pt x="310" y="239"/>
                </a:cubicBezTo>
                <a:lnTo>
                  <a:pt x="310" y="143"/>
                </a:lnTo>
                <a:cubicBezTo>
                  <a:pt x="310" y="48"/>
                  <a:pt x="239" y="0"/>
                  <a:pt x="167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" name="Google Shape;2835;p94">
            <a:extLst xmlns:a="http://schemas.openxmlformats.org/drawingml/2006/main">
              <a:ext uri="{FF2B5EF4-FFF2-40B4-BE49-F238E27FC236}">
                <a16:creationId xmlns:a16="http://schemas.microsoft.com/office/drawing/2014/main" id="{842A40FB-E85F-45B5-A562-0F31875B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53" y="1811440"/>
            <a:ext cx="59172" cy="21254"/>
          </a:xfrm>
          <a:custGeom xmlns:a="http://schemas.openxmlformats.org/drawingml/2006/main">
            <a:rect l="l" t="t" r="r" b="b"/>
            <a:pathLst>
              <a:path w="811" h="287">
                <a:moveTo>
                  <a:pt x="144" y="1"/>
                </a:moveTo>
                <a:cubicBezTo>
                  <a:pt x="72" y="1"/>
                  <a:pt x="1" y="72"/>
                  <a:pt x="1" y="144"/>
                </a:cubicBezTo>
                <a:cubicBezTo>
                  <a:pt x="1" y="239"/>
                  <a:pt x="72" y="287"/>
                  <a:pt x="144" y="287"/>
                </a:cubicBezTo>
                <a:lnTo>
                  <a:pt x="667" y="287"/>
                </a:lnTo>
                <a:cubicBezTo>
                  <a:pt x="739" y="287"/>
                  <a:pt x="810" y="239"/>
                  <a:pt x="810" y="144"/>
                </a:cubicBezTo>
                <a:cubicBezTo>
                  <a:pt x="810" y="72"/>
                  <a:pt x="739" y="1"/>
                  <a:pt x="667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" name="Google Shape;2836;p94">
            <a:extLst xmlns:a="http://schemas.openxmlformats.org/drawingml/2006/main">
              <a:ext uri="{FF2B5EF4-FFF2-40B4-BE49-F238E27FC236}">
                <a16:creationId xmlns:a16="http://schemas.microsoft.com/office/drawing/2014/main" id="{543973E7-B229-4280-95BA-F224FDE6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53" y="1852022"/>
            <a:ext cx="102586" cy="23030"/>
          </a:xfrm>
          <a:custGeom xmlns:a="http://schemas.openxmlformats.org/drawingml/2006/main">
            <a:rect l="l" t="t" r="r" b="b"/>
            <a:pathLst>
              <a:path w="1406" h="311">
                <a:moveTo>
                  <a:pt x="144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9"/>
                  <a:pt x="72" y="310"/>
                  <a:pt x="144" y="310"/>
                </a:cubicBezTo>
                <a:lnTo>
                  <a:pt x="1239" y="310"/>
                </a:lnTo>
                <a:cubicBezTo>
                  <a:pt x="1334" y="310"/>
                  <a:pt x="1406" y="239"/>
                  <a:pt x="1406" y="143"/>
                </a:cubicBezTo>
                <a:cubicBezTo>
                  <a:pt x="1406" y="72"/>
                  <a:pt x="1334" y="0"/>
                  <a:pt x="1239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2837;p94">
            <a:extLst xmlns:a="http://schemas.openxmlformats.org/drawingml/2006/main">
              <a:ext uri="{FF2B5EF4-FFF2-40B4-BE49-F238E27FC236}">
                <a16:creationId xmlns:a16="http://schemas.microsoft.com/office/drawing/2014/main" id="{41575783-12EF-40FC-B478-EC50906B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51636" y="1846765"/>
            <a:ext cx="67855" cy="116416"/>
          </a:xfrm>
          <a:custGeom xmlns:a="http://schemas.openxmlformats.org/drawingml/2006/main">
            <a:rect l="l" t="t" r="r" b="b"/>
            <a:pathLst>
              <a:path w="930" h="1572">
                <a:moveTo>
                  <a:pt x="453" y="0"/>
                </a:moveTo>
                <a:cubicBezTo>
                  <a:pt x="382" y="0"/>
                  <a:pt x="310" y="48"/>
                  <a:pt x="310" y="143"/>
                </a:cubicBezTo>
                <a:lnTo>
                  <a:pt x="310" y="167"/>
                </a:lnTo>
                <a:cubicBezTo>
                  <a:pt x="144" y="214"/>
                  <a:pt x="1" y="357"/>
                  <a:pt x="1" y="548"/>
                </a:cubicBezTo>
                <a:cubicBezTo>
                  <a:pt x="1" y="762"/>
                  <a:pt x="167" y="929"/>
                  <a:pt x="382" y="929"/>
                </a:cubicBezTo>
                <a:lnTo>
                  <a:pt x="525" y="929"/>
                </a:lnTo>
                <a:cubicBezTo>
                  <a:pt x="572" y="929"/>
                  <a:pt x="620" y="976"/>
                  <a:pt x="620" y="1024"/>
                </a:cubicBezTo>
                <a:cubicBezTo>
                  <a:pt x="620" y="1072"/>
                  <a:pt x="572" y="1119"/>
                  <a:pt x="525" y="1119"/>
                </a:cubicBezTo>
                <a:lnTo>
                  <a:pt x="382" y="1119"/>
                </a:lnTo>
                <a:cubicBezTo>
                  <a:pt x="358" y="1119"/>
                  <a:pt x="310" y="1095"/>
                  <a:pt x="310" y="1048"/>
                </a:cubicBezTo>
                <a:cubicBezTo>
                  <a:pt x="293" y="994"/>
                  <a:pt x="234" y="967"/>
                  <a:pt x="176" y="967"/>
                </a:cubicBezTo>
                <a:cubicBezTo>
                  <a:pt x="157" y="967"/>
                  <a:pt x="138" y="970"/>
                  <a:pt x="120" y="976"/>
                </a:cubicBezTo>
                <a:cubicBezTo>
                  <a:pt x="48" y="1024"/>
                  <a:pt x="1" y="1095"/>
                  <a:pt x="48" y="1167"/>
                </a:cubicBezTo>
                <a:cubicBezTo>
                  <a:pt x="96" y="1286"/>
                  <a:pt x="191" y="1381"/>
                  <a:pt x="310" y="1405"/>
                </a:cubicBezTo>
                <a:cubicBezTo>
                  <a:pt x="310" y="1500"/>
                  <a:pt x="382" y="1572"/>
                  <a:pt x="453" y="1572"/>
                </a:cubicBezTo>
                <a:cubicBezTo>
                  <a:pt x="549" y="1572"/>
                  <a:pt x="620" y="1500"/>
                  <a:pt x="620" y="1405"/>
                </a:cubicBezTo>
                <a:cubicBezTo>
                  <a:pt x="787" y="1357"/>
                  <a:pt x="930" y="1215"/>
                  <a:pt x="930" y="1024"/>
                </a:cubicBezTo>
                <a:cubicBezTo>
                  <a:pt x="930" y="810"/>
                  <a:pt x="739" y="643"/>
                  <a:pt x="525" y="643"/>
                </a:cubicBezTo>
                <a:lnTo>
                  <a:pt x="382" y="643"/>
                </a:lnTo>
                <a:cubicBezTo>
                  <a:pt x="334" y="643"/>
                  <a:pt x="310" y="595"/>
                  <a:pt x="310" y="548"/>
                </a:cubicBezTo>
                <a:cubicBezTo>
                  <a:pt x="310" y="500"/>
                  <a:pt x="334" y="453"/>
                  <a:pt x="382" y="453"/>
                </a:cubicBezTo>
                <a:lnTo>
                  <a:pt x="525" y="453"/>
                </a:lnTo>
                <a:cubicBezTo>
                  <a:pt x="572" y="453"/>
                  <a:pt x="596" y="476"/>
                  <a:pt x="620" y="500"/>
                </a:cubicBezTo>
                <a:cubicBezTo>
                  <a:pt x="635" y="546"/>
                  <a:pt x="681" y="573"/>
                  <a:pt x="730" y="573"/>
                </a:cubicBezTo>
                <a:cubicBezTo>
                  <a:pt x="757" y="573"/>
                  <a:pt x="785" y="565"/>
                  <a:pt x="810" y="548"/>
                </a:cubicBezTo>
                <a:cubicBezTo>
                  <a:pt x="882" y="500"/>
                  <a:pt x="906" y="405"/>
                  <a:pt x="858" y="333"/>
                </a:cubicBezTo>
                <a:cubicBezTo>
                  <a:pt x="787" y="238"/>
                  <a:pt x="715" y="191"/>
                  <a:pt x="620" y="167"/>
                </a:cubicBezTo>
                <a:lnTo>
                  <a:pt x="620" y="143"/>
                </a:lnTo>
                <a:cubicBezTo>
                  <a:pt x="620" y="48"/>
                  <a:pt x="549" y="0"/>
                  <a:pt x="453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" name="Google Shape;2838;p94">
            <a:extLst xmlns:a="http://schemas.openxmlformats.org/drawingml/2006/main">
              <a:ext uri="{FF2B5EF4-FFF2-40B4-BE49-F238E27FC236}">
                <a16:creationId xmlns:a16="http://schemas.microsoft.com/office/drawing/2014/main" id="{6F0CCC03-3E72-49CA-80F0-A626E239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4287" y="1811440"/>
            <a:ext cx="182552" cy="185289"/>
          </a:xfrm>
          <a:custGeom xmlns:a="http://schemas.openxmlformats.org/drawingml/2006/main">
            <a:rect l="l" t="t" r="r" b="b"/>
            <a:pathLst>
              <a:path w="2502" h="2502">
                <a:moveTo>
                  <a:pt x="1239" y="287"/>
                </a:moveTo>
                <a:cubicBezTo>
                  <a:pt x="1763" y="287"/>
                  <a:pt x="2216" y="715"/>
                  <a:pt x="2216" y="1263"/>
                </a:cubicBezTo>
                <a:cubicBezTo>
                  <a:pt x="2216" y="1787"/>
                  <a:pt x="1787" y="2215"/>
                  <a:pt x="1239" y="2215"/>
                </a:cubicBezTo>
                <a:cubicBezTo>
                  <a:pt x="715" y="2215"/>
                  <a:pt x="287" y="1787"/>
                  <a:pt x="287" y="1263"/>
                </a:cubicBezTo>
                <a:cubicBezTo>
                  <a:pt x="287" y="715"/>
                  <a:pt x="715" y="287"/>
                  <a:pt x="1239" y="287"/>
                </a:cubicBezTo>
                <a:close/>
                <a:moveTo>
                  <a:pt x="1239" y="1"/>
                </a:moveTo>
                <a:cubicBezTo>
                  <a:pt x="549" y="1"/>
                  <a:pt x="1" y="548"/>
                  <a:pt x="1" y="1239"/>
                </a:cubicBezTo>
                <a:cubicBezTo>
                  <a:pt x="1" y="1954"/>
                  <a:pt x="549" y="2501"/>
                  <a:pt x="1239" y="2501"/>
                </a:cubicBezTo>
                <a:cubicBezTo>
                  <a:pt x="1930" y="2501"/>
                  <a:pt x="2501" y="1954"/>
                  <a:pt x="2501" y="1239"/>
                </a:cubicBezTo>
                <a:cubicBezTo>
                  <a:pt x="2501" y="572"/>
                  <a:pt x="1930" y="1"/>
                  <a:pt x="1239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2839;p94">
            <a:extLst xmlns:a="http://schemas.openxmlformats.org/drawingml/2006/main">
              <a:ext uri="{FF2B5EF4-FFF2-40B4-BE49-F238E27FC236}">
                <a16:creationId xmlns:a16="http://schemas.microsoft.com/office/drawing/2014/main" id="{18635451-A733-4CC9-B50F-300CE78C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5605" y="2023092"/>
            <a:ext cx="99157" cy="23030"/>
          </a:xfrm>
          <a:custGeom xmlns:a="http://schemas.openxmlformats.org/drawingml/2006/main">
            <a:rect l="l" t="t" r="r" b="b"/>
            <a:pathLst>
              <a:path w="1359" h="311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1215" y="310"/>
                </a:lnTo>
                <a:cubicBezTo>
                  <a:pt x="1287" y="310"/>
                  <a:pt x="1358" y="239"/>
                  <a:pt x="1358" y="143"/>
                </a:cubicBezTo>
                <a:cubicBezTo>
                  <a:pt x="1358" y="72"/>
                  <a:pt x="1311" y="0"/>
                  <a:pt x="1215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2840;p94">
            <a:extLst xmlns:a="http://schemas.openxmlformats.org/drawingml/2006/main">
              <a:ext uri="{FF2B5EF4-FFF2-40B4-BE49-F238E27FC236}">
                <a16:creationId xmlns:a16="http://schemas.microsoft.com/office/drawing/2014/main" id="{26780036-310A-4D31-A416-A5EB695F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19420" y="2067156"/>
            <a:ext cx="55670" cy="21254"/>
          </a:xfrm>
          <a:custGeom xmlns:a="http://schemas.openxmlformats.org/drawingml/2006/main">
            <a:rect l="l" t="t" r="r" b="b"/>
            <a:pathLst>
              <a:path w="763" h="287">
                <a:moveTo>
                  <a:pt x="143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3" y="287"/>
                </a:cubicBezTo>
                <a:lnTo>
                  <a:pt x="596" y="287"/>
                </a:lnTo>
                <a:cubicBezTo>
                  <a:pt x="691" y="287"/>
                  <a:pt x="763" y="215"/>
                  <a:pt x="763" y="144"/>
                </a:cubicBezTo>
                <a:cubicBezTo>
                  <a:pt x="763" y="72"/>
                  <a:pt x="691" y="1"/>
                  <a:pt x="596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2841;p94">
            <a:extLst xmlns:a="http://schemas.openxmlformats.org/drawingml/2006/main">
              <a:ext uri="{FF2B5EF4-FFF2-40B4-BE49-F238E27FC236}">
                <a16:creationId xmlns:a16="http://schemas.microsoft.com/office/drawing/2014/main" id="{76A8C9FE-70F9-46C6-890D-45DD60BF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5605" y="2067156"/>
            <a:ext cx="62675" cy="21254"/>
          </a:xfrm>
          <a:custGeom xmlns:a="http://schemas.openxmlformats.org/drawingml/2006/main">
            <a:rect l="l" t="t" r="r" b="b"/>
            <a:pathLst>
              <a:path w="859" h="287">
                <a:moveTo>
                  <a:pt x="144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4" y="287"/>
                </a:cubicBezTo>
                <a:lnTo>
                  <a:pt x="715" y="287"/>
                </a:lnTo>
                <a:cubicBezTo>
                  <a:pt x="787" y="287"/>
                  <a:pt x="858" y="215"/>
                  <a:pt x="858" y="144"/>
                </a:cubicBezTo>
                <a:cubicBezTo>
                  <a:pt x="858" y="72"/>
                  <a:pt x="811" y="1"/>
                  <a:pt x="71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" name="Google Shape;2842;p94">
            <a:extLst xmlns:a="http://schemas.openxmlformats.org/drawingml/2006/main">
              <a:ext uri="{FF2B5EF4-FFF2-40B4-BE49-F238E27FC236}">
                <a16:creationId xmlns:a16="http://schemas.microsoft.com/office/drawing/2014/main" id="{97FED165-3DBA-426F-92BB-B0C3DB51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63821" y="2067156"/>
            <a:ext cx="41808" cy="21254"/>
          </a:xfrm>
          <a:custGeom xmlns:a="http://schemas.openxmlformats.org/drawingml/2006/main">
            <a:rect l="l" t="t" r="r" b="b"/>
            <a:pathLst>
              <a:path w="573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429" y="287"/>
                </a:lnTo>
                <a:cubicBezTo>
                  <a:pt x="501" y="287"/>
                  <a:pt x="572" y="215"/>
                  <a:pt x="572" y="144"/>
                </a:cubicBezTo>
                <a:cubicBezTo>
                  <a:pt x="572" y="72"/>
                  <a:pt x="501" y="1"/>
                  <a:pt x="429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" name="Google Shape;2843;p94">
            <a:extLst xmlns:a="http://schemas.openxmlformats.org/drawingml/2006/main">
              <a:ext uri="{FF2B5EF4-FFF2-40B4-BE49-F238E27FC236}">
                <a16:creationId xmlns:a16="http://schemas.microsoft.com/office/drawing/2014/main" id="{386E4A42-856C-4795-ABCB-63A7928B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5605" y="2109516"/>
            <a:ext cx="187734" cy="22957"/>
          </a:xfrm>
          <a:custGeom xmlns:a="http://schemas.openxmlformats.org/drawingml/2006/main">
            <a:rect l="l" t="t" r="r" b="b"/>
            <a:pathLst>
              <a:path w="2573" h="310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2430" y="310"/>
                </a:lnTo>
                <a:cubicBezTo>
                  <a:pt x="2525" y="310"/>
                  <a:pt x="2573" y="239"/>
                  <a:pt x="2573" y="143"/>
                </a:cubicBezTo>
                <a:cubicBezTo>
                  <a:pt x="2573" y="72"/>
                  <a:pt x="2525" y="0"/>
                  <a:pt x="2430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" name="Google Shape;2819;p94">
            <a:extLst xmlns:a="http://schemas.openxmlformats.org/drawingml/2006/main">
              <a:ext uri="{FF2B5EF4-FFF2-40B4-BE49-F238E27FC236}">
                <a16:creationId xmlns:a16="http://schemas.microsoft.com/office/drawing/2014/main" id="{148574C2-EBD4-4199-9829-8DFDEA9C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0541" y="1913934"/>
            <a:ext cx="38305" cy="28808"/>
          </a:xfrm>
          <a:custGeom xmlns:a="http://schemas.openxmlformats.org/drawingml/2006/main">
            <a:rect l="l" t="t" r="r" b="b"/>
            <a:pathLst>
              <a:path w="525" h="389">
                <a:moveTo>
                  <a:pt x="348" y="1"/>
                </a:moveTo>
                <a:cubicBezTo>
                  <a:pt x="335" y="1"/>
                  <a:pt x="323" y="3"/>
                  <a:pt x="310" y="7"/>
                </a:cubicBezTo>
                <a:lnTo>
                  <a:pt x="96" y="102"/>
                </a:lnTo>
                <a:cubicBezTo>
                  <a:pt x="24" y="126"/>
                  <a:pt x="1" y="221"/>
                  <a:pt x="24" y="293"/>
                </a:cubicBezTo>
                <a:cubicBezTo>
                  <a:pt x="48" y="340"/>
                  <a:pt x="96" y="388"/>
                  <a:pt x="143" y="388"/>
                </a:cubicBezTo>
                <a:cubicBezTo>
                  <a:pt x="167" y="388"/>
                  <a:pt x="191" y="388"/>
                  <a:pt x="215" y="364"/>
                </a:cubicBezTo>
                <a:lnTo>
                  <a:pt x="405" y="293"/>
                </a:lnTo>
                <a:cubicBezTo>
                  <a:pt x="477" y="269"/>
                  <a:pt x="524" y="174"/>
                  <a:pt x="501" y="102"/>
                </a:cubicBezTo>
                <a:cubicBezTo>
                  <a:pt x="461" y="44"/>
                  <a:pt x="406" y="1"/>
                  <a:pt x="348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" name="Google Shape;2820;p94">
            <a:extLst xmlns:a="http://schemas.openxmlformats.org/drawingml/2006/main">
              <a:ext uri="{FF2B5EF4-FFF2-40B4-BE49-F238E27FC236}">
                <a16:creationId xmlns:a16="http://schemas.microsoft.com/office/drawing/2014/main" id="{57E0AF51-B6FC-41BD-911C-FDDBED10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7923" y="1873128"/>
            <a:ext cx="34876" cy="34287"/>
          </a:xfrm>
          <a:custGeom xmlns:a="http://schemas.openxmlformats.org/drawingml/2006/main">
            <a:rect l="l" t="t" r="r" b="b"/>
            <a:pathLst>
              <a:path w="478" h="463">
                <a:moveTo>
                  <a:pt x="298" y="1"/>
                </a:moveTo>
                <a:cubicBezTo>
                  <a:pt x="258" y="1"/>
                  <a:pt x="218" y="19"/>
                  <a:pt x="191" y="58"/>
                </a:cubicBezTo>
                <a:lnTo>
                  <a:pt x="49" y="225"/>
                </a:lnTo>
                <a:cubicBezTo>
                  <a:pt x="1" y="296"/>
                  <a:pt x="25" y="391"/>
                  <a:pt x="96" y="439"/>
                </a:cubicBezTo>
                <a:cubicBezTo>
                  <a:pt x="120" y="463"/>
                  <a:pt x="144" y="463"/>
                  <a:pt x="168" y="463"/>
                </a:cubicBezTo>
                <a:cubicBezTo>
                  <a:pt x="215" y="463"/>
                  <a:pt x="263" y="439"/>
                  <a:pt x="287" y="415"/>
                </a:cubicBezTo>
                <a:lnTo>
                  <a:pt x="430" y="225"/>
                </a:lnTo>
                <a:cubicBezTo>
                  <a:pt x="477" y="177"/>
                  <a:pt x="453" y="82"/>
                  <a:pt x="382" y="34"/>
                </a:cubicBezTo>
                <a:cubicBezTo>
                  <a:pt x="361" y="13"/>
                  <a:pt x="330" y="1"/>
                  <a:pt x="298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" name="Google Shape;2821;p94">
            <a:extLst xmlns:a="http://schemas.openxmlformats.org/drawingml/2006/main">
              <a:ext uri="{FF2B5EF4-FFF2-40B4-BE49-F238E27FC236}">
                <a16:creationId xmlns:a16="http://schemas.microsoft.com/office/drawing/2014/main" id="{57B8954A-C826-4A9B-B657-89922358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9223" y="1960292"/>
            <a:ext cx="38305" cy="24735"/>
          </a:xfrm>
          <a:custGeom xmlns:a="http://schemas.openxmlformats.org/drawingml/2006/main">
            <a:rect l="l" t="t" r="r" b="b"/>
            <a:pathLst>
              <a:path w="525" h="334">
                <a:moveTo>
                  <a:pt x="191" y="0"/>
                </a:moveTo>
                <a:cubicBezTo>
                  <a:pt x="96" y="0"/>
                  <a:pt x="24" y="48"/>
                  <a:pt x="24" y="119"/>
                </a:cubicBezTo>
                <a:cubicBezTo>
                  <a:pt x="1" y="215"/>
                  <a:pt x="48" y="286"/>
                  <a:pt x="143" y="286"/>
                </a:cubicBezTo>
                <a:lnTo>
                  <a:pt x="358" y="334"/>
                </a:lnTo>
                <a:lnTo>
                  <a:pt x="382" y="334"/>
                </a:lnTo>
                <a:cubicBezTo>
                  <a:pt x="453" y="334"/>
                  <a:pt x="501" y="286"/>
                  <a:pt x="525" y="215"/>
                </a:cubicBezTo>
                <a:cubicBezTo>
                  <a:pt x="525" y="119"/>
                  <a:pt x="477" y="48"/>
                  <a:pt x="405" y="48"/>
                </a:cubicBezTo>
                <a:lnTo>
                  <a:pt x="191" y="0"/>
                </a:ln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" name="Google Shape;2822;p94">
            <a:extLst xmlns:a="http://schemas.openxmlformats.org/drawingml/2006/main">
              <a:ext uri="{FF2B5EF4-FFF2-40B4-BE49-F238E27FC236}">
                <a16:creationId xmlns:a16="http://schemas.microsoft.com/office/drawing/2014/main" id="{0E034DD0-4B55-4B91-A037-3246A0A2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0488" y="1722647"/>
            <a:ext cx="738530" cy="731528"/>
          </a:xfrm>
          <a:custGeom xmlns:a="http://schemas.openxmlformats.org/drawingml/2006/main">
            <a:rect l="l" t="t" r="r" b="b"/>
            <a:pathLst>
              <a:path w="10122" h="9878">
                <a:moveTo>
                  <a:pt x="4787" y="423"/>
                </a:moveTo>
                <a:lnTo>
                  <a:pt x="6168" y="994"/>
                </a:lnTo>
                <a:lnTo>
                  <a:pt x="5240" y="1376"/>
                </a:lnTo>
                <a:cubicBezTo>
                  <a:pt x="5233" y="1382"/>
                  <a:pt x="5226" y="1385"/>
                  <a:pt x="5219" y="1385"/>
                </a:cubicBezTo>
                <a:cubicBezTo>
                  <a:pt x="5202" y="1385"/>
                  <a:pt x="5185" y="1369"/>
                  <a:pt x="5168" y="1352"/>
                </a:cubicBezTo>
                <a:lnTo>
                  <a:pt x="4787" y="423"/>
                </a:lnTo>
                <a:close/>
                <a:moveTo>
                  <a:pt x="8216" y="2066"/>
                </a:moveTo>
                <a:cubicBezTo>
                  <a:pt x="8264" y="2066"/>
                  <a:pt x="8312" y="2090"/>
                  <a:pt x="8312" y="2138"/>
                </a:cubicBezTo>
                <a:lnTo>
                  <a:pt x="8312" y="2566"/>
                </a:lnTo>
                <a:cubicBezTo>
                  <a:pt x="8312" y="2614"/>
                  <a:pt x="8264" y="2661"/>
                  <a:pt x="8216" y="2661"/>
                </a:cubicBezTo>
                <a:lnTo>
                  <a:pt x="7407" y="2661"/>
                </a:lnTo>
                <a:lnTo>
                  <a:pt x="7168" y="2066"/>
                </a:lnTo>
                <a:close/>
                <a:moveTo>
                  <a:pt x="8788" y="1280"/>
                </a:moveTo>
                <a:cubicBezTo>
                  <a:pt x="8931" y="1280"/>
                  <a:pt x="9050" y="1399"/>
                  <a:pt x="9050" y="1542"/>
                </a:cubicBezTo>
                <a:lnTo>
                  <a:pt x="9050" y="3924"/>
                </a:lnTo>
                <a:lnTo>
                  <a:pt x="7954" y="3924"/>
                </a:lnTo>
                <a:lnTo>
                  <a:pt x="7550" y="2947"/>
                </a:lnTo>
                <a:lnTo>
                  <a:pt x="8216" y="2947"/>
                </a:lnTo>
                <a:cubicBezTo>
                  <a:pt x="8431" y="2947"/>
                  <a:pt x="8597" y="2781"/>
                  <a:pt x="8597" y="2566"/>
                </a:cubicBezTo>
                <a:lnTo>
                  <a:pt x="8597" y="2138"/>
                </a:lnTo>
                <a:cubicBezTo>
                  <a:pt x="8597" y="1923"/>
                  <a:pt x="8431" y="1757"/>
                  <a:pt x="8216" y="1757"/>
                </a:cubicBezTo>
                <a:lnTo>
                  <a:pt x="7049" y="1757"/>
                </a:lnTo>
                <a:lnTo>
                  <a:pt x="6835" y="1280"/>
                </a:lnTo>
                <a:close/>
                <a:moveTo>
                  <a:pt x="4430" y="352"/>
                </a:moveTo>
                <a:lnTo>
                  <a:pt x="4906" y="1471"/>
                </a:lnTo>
                <a:cubicBezTo>
                  <a:pt x="4954" y="1614"/>
                  <a:pt x="5073" y="1685"/>
                  <a:pt x="5216" y="1685"/>
                </a:cubicBezTo>
                <a:cubicBezTo>
                  <a:pt x="5263" y="1685"/>
                  <a:pt x="5311" y="1685"/>
                  <a:pt x="5359" y="1661"/>
                </a:cubicBezTo>
                <a:lnTo>
                  <a:pt x="6478" y="1185"/>
                </a:lnTo>
                <a:lnTo>
                  <a:pt x="7621" y="3947"/>
                </a:lnTo>
                <a:lnTo>
                  <a:pt x="6907" y="3947"/>
                </a:lnTo>
                <a:cubicBezTo>
                  <a:pt x="6835" y="3947"/>
                  <a:pt x="6764" y="3995"/>
                  <a:pt x="6764" y="4090"/>
                </a:cubicBezTo>
                <a:cubicBezTo>
                  <a:pt x="6764" y="4162"/>
                  <a:pt x="6835" y="4233"/>
                  <a:pt x="6907" y="4233"/>
                </a:cubicBezTo>
                <a:lnTo>
                  <a:pt x="9574" y="4233"/>
                </a:lnTo>
                <a:cubicBezTo>
                  <a:pt x="9717" y="4233"/>
                  <a:pt x="9812" y="4352"/>
                  <a:pt x="9812" y="4471"/>
                </a:cubicBezTo>
                <a:lnTo>
                  <a:pt x="9812" y="8972"/>
                </a:lnTo>
                <a:cubicBezTo>
                  <a:pt x="9812" y="9330"/>
                  <a:pt x="9550" y="9591"/>
                  <a:pt x="9193" y="9591"/>
                </a:cubicBezTo>
                <a:lnTo>
                  <a:pt x="1596" y="9591"/>
                </a:lnTo>
                <a:cubicBezTo>
                  <a:pt x="1739" y="9425"/>
                  <a:pt x="1834" y="9210"/>
                  <a:pt x="1834" y="8972"/>
                </a:cubicBezTo>
                <a:lnTo>
                  <a:pt x="1834" y="7353"/>
                </a:lnTo>
                <a:cubicBezTo>
                  <a:pt x="1834" y="7281"/>
                  <a:pt x="1763" y="7210"/>
                  <a:pt x="1667" y="7210"/>
                </a:cubicBezTo>
                <a:cubicBezTo>
                  <a:pt x="1596" y="7210"/>
                  <a:pt x="1524" y="7281"/>
                  <a:pt x="1524" y="7353"/>
                </a:cubicBezTo>
                <a:lnTo>
                  <a:pt x="1524" y="8972"/>
                </a:lnTo>
                <a:cubicBezTo>
                  <a:pt x="1524" y="9330"/>
                  <a:pt x="1262" y="9591"/>
                  <a:pt x="905" y="9591"/>
                </a:cubicBezTo>
                <a:cubicBezTo>
                  <a:pt x="572" y="9591"/>
                  <a:pt x="286" y="9330"/>
                  <a:pt x="286" y="8972"/>
                </a:cubicBezTo>
                <a:lnTo>
                  <a:pt x="286" y="2590"/>
                </a:lnTo>
                <a:cubicBezTo>
                  <a:pt x="286" y="2447"/>
                  <a:pt x="405" y="2328"/>
                  <a:pt x="548" y="2328"/>
                </a:cubicBezTo>
                <a:lnTo>
                  <a:pt x="834" y="2328"/>
                </a:lnTo>
                <a:lnTo>
                  <a:pt x="1120" y="3066"/>
                </a:lnTo>
                <a:cubicBezTo>
                  <a:pt x="1155" y="3120"/>
                  <a:pt x="1204" y="3147"/>
                  <a:pt x="1257" y="3147"/>
                </a:cubicBezTo>
                <a:cubicBezTo>
                  <a:pt x="1274" y="3147"/>
                  <a:pt x="1292" y="3144"/>
                  <a:pt x="1310" y="3138"/>
                </a:cubicBezTo>
                <a:cubicBezTo>
                  <a:pt x="1382" y="3114"/>
                  <a:pt x="1429" y="3019"/>
                  <a:pt x="1405" y="2947"/>
                </a:cubicBezTo>
                <a:lnTo>
                  <a:pt x="953" y="1876"/>
                </a:lnTo>
                <a:cubicBezTo>
                  <a:pt x="929" y="1852"/>
                  <a:pt x="953" y="1804"/>
                  <a:pt x="977" y="1804"/>
                </a:cubicBezTo>
                <a:lnTo>
                  <a:pt x="4430" y="352"/>
                </a:lnTo>
                <a:close/>
                <a:moveTo>
                  <a:pt x="4513" y="0"/>
                </a:moveTo>
                <a:cubicBezTo>
                  <a:pt x="4495" y="0"/>
                  <a:pt x="4477" y="6"/>
                  <a:pt x="4454" y="18"/>
                </a:cubicBezTo>
                <a:lnTo>
                  <a:pt x="858" y="1518"/>
                </a:lnTo>
                <a:cubicBezTo>
                  <a:pt x="691" y="1590"/>
                  <a:pt x="596" y="1804"/>
                  <a:pt x="667" y="1971"/>
                </a:cubicBezTo>
                <a:lnTo>
                  <a:pt x="691" y="2042"/>
                </a:lnTo>
                <a:lnTo>
                  <a:pt x="548" y="2042"/>
                </a:lnTo>
                <a:cubicBezTo>
                  <a:pt x="238" y="2042"/>
                  <a:pt x="0" y="2280"/>
                  <a:pt x="0" y="2590"/>
                </a:cubicBezTo>
                <a:lnTo>
                  <a:pt x="0" y="8972"/>
                </a:lnTo>
                <a:cubicBezTo>
                  <a:pt x="0" y="9472"/>
                  <a:pt x="405" y="9877"/>
                  <a:pt x="905" y="9877"/>
                </a:cubicBezTo>
                <a:lnTo>
                  <a:pt x="9193" y="9877"/>
                </a:lnTo>
                <a:cubicBezTo>
                  <a:pt x="9717" y="9877"/>
                  <a:pt x="10121" y="9472"/>
                  <a:pt x="10121" y="8972"/>
                </a:cubicBezTo>
                <a:lnTo>
                  <a:pt x="10121" y="4471"/>
                </a:lnTo>
                <a:cubicBezTo>
                  <a:pt x="10121" y="4162"/>
                  <a:pt x="9860" y="3924"/>
                  <a:pt x="9574" y="3924"/>
                </a:cubicBezTo>
                <a:lnTo>
                  <a:pt x="9336" y="3924"/>
                </a:lnTo>
                <a:lnTo>
                  <a:pt x="9336" y="1542"/>
                </a:lnTo>
                <a:cubicBezTo>
                  <a:pt x="9336" y="1233"/>
                  <a:pt x="9097" y="994"/>
                  <a:pt x="8788" y="994"/>
                </a:cubicBezTo>
                <a:lnTo>
                  <a:pt x="6716" y="994"/>
                </a:lnTo>
                <a:lnTo>
                  <a:pt x="6692" y="923"/>
                </a:lnTo>
                <a:cubicBezTo>
                  <a:pt x="6668" y="899"/>
                  <a:pt x="6645" y="852"/>
                  <a:pt x="6621" y="852"/>
                </a:cubicBezTo>
                <a:lnTo>
                  <a:pt x="4573" y="18"/>
                </a:lnTo>
                <a:cubicBezTo>
                  <a:pt x="4549" y="6"/>
                  <a:pt x="4531" y="0"/>
                  <a:pt x="4513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" name="Google Shape;2823;p94">
            <a:extLst xmlns:a="http://schemas.openxmlformats.org/drawingml/2006/main">
              <a:ext uri="{FF2B5EF4-FFF2-40B4-BE49-F238E27FC236}">
                <a16:creationId xmlns:a16="http://schemas.microsoft.com/office/drawing/2014/main" id="{06B94662-6FE6-4CF5-B934-EE5CBA83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07750" y="1881793"/>
            <a:ext cx="370213" cy="348361"/>
          </a:xfrm>
          <a:custGeom xmlns:a="http://schemas.openxmlformats.org/drawingml/2006/main">
            <a:rect l="l" t="t" r="r" b="b"/>
            <a:pathLst>
              <a:path w="5074" h="4704">
                <a:moveTo>
                  <a:pt x="2760" y="301"/>
                </a:moveTo>
                <a:cubicBezTo>
                  <a:pt x="2892" y="301"/>
                  <a:pt x="3021" y="325"/>
                  <a:pt x="3144" y="370"/>
                </a:cubicBezTo>
                <a:cubicBezTo>
                  <a:pt x="3430" y="489"/>
                  <a:pt x="3645" y="703"/>
                  <a:pt x="3740" y="965"/>
                </a:cubicBezTo>
                <a:cubicBezTo>
                  <a:pt x="3859" y="1227"/>
                  <a:pt x="3859" y="1513"/>
                  <a:pt x="3764" y="1775"/>
                </a:cubicBezTo>
                <a:lnTo>
                  <a:pt x="3287" y="1775"/>
                </a:lnTo>
                <a:cubicBezTo>
                  <a:pt x="3335" y="1679"/>
                  <a:pt x="3359" y="1560"/>
                  <a:pt x="3311" y="1441"/>
                </a:cubicBezTo>
                <a:cubicBezTo>
                  <a:pt x="3264" y="1346"/>
                  <a:pt x="3168" y="1275"/>
                  <a:pt x="3073" y="1227"/>
                </a:cubicBezTo>
                <a:cubicBezTo>
                  <a:pt x="3025" y="1203"/>
                  <a:pt x="2972" y="1191"/>
                  <a:pt x="2918" y="1191"/>
                </a:cubicBezTo>
                <a:cubicBezTo>
                  <a:pt x="2865" y="1191"/>
                  <a:pt x="2811" y="1203"/>
                  <a:pt x="2763" y="1227"/>
                </a:cubicBezTo>
                <a:lnTo>
                  <a:pt x="2621" y="1298"/>
                </a:lnTo>
                <a:cubicBezTo>
                  <a:pt x="2607" y="1303"/>
                  <a:pt x="2594" y="1305"/>
                  <a:pt x="2581" y="1305"/>
                </a:cubicBezTo>
                <a:cubicBezTo>
                  <a:pt x="2524" y="1305"/>
                  <a:pt x="2473" y="1266"/>
                  <a:pt x="2454" y="1227"/>
                </a:cubicBezTo>
                <a:cubicBezTo>
                  <a:pt x="2430" y="1155"/>
                  <a:pt x="2478" y="1108"/>
                  <a:pt x="2525" y="1084"/>
                </a:cubicBezTo>
                <a:lnTo>
                  <a:pt x="2668" y="1013"/>
                </a:lnTo>
                <a:cubicBezTo>
                  <a:pt x="2692" y="1001"/>
                  <a:pt x="2710" y="995"/>
                  <a:pt x="2728" y="995"/>
                </a:cubicBezTo>
                <a:cubicBezTo>
                  <a:pt x="2746" y="995"/>
                  <a:pt x="2763" y="1001"/>
                  <a:pt x="2787" y="1013"/>
                </a:cubicBezTo>
                <a:cubicBezTo>
                  <a:pt x="2815" y="1031"/>
                  <a:pt x="2842" y="1039"/>
                  <a:pt x="2868" y="1039"/>
                </a:cubicBezTo>
                <a:cubicBezTo>
                  <a:pt x="2910" y="1039"/>
                  <a:pt x="2948" y="1018"/>
                  <a:pt x="2978" y="989"/>
                </a:cubicBezTo>
                <a:cubicBezTo>
                  <a:pt x="3025" y="917"/>
                  <a:pt x="3002" y="822"/>
                  <a:pt x="2954" y="774"/>
                </a:cubicBezTo>
                <a:cubicBezTo>
                  <a:pt x="2892" y="728"/>
                  <a:pt x="2821" y="702"/>
                  <a:pt x="2746" y="702"/>
                </a:cubicBezTo>
                <a:cubicBezTo>
                  <a:pt x="2705" y="702"/>
                  <a:pt x="2663" y="710"/>
                  <a:pt x="2621" y="727"/>
                </a:cubicBezTo>
                <a:lnTo>
                  <a:pt x="2597" y="679"/>
                </a:lnTo>
                <a:cubicBezTo>
                  <a:pt x="2577" y="620"/>
                  <a:pt x="2509" y="578"/>
                  <a:pt x="2446" y="578"/>
                </a:cubicBezTo>
                <a:cubicBezTo>
                  <a:pt x="2432" y="578"/>
                  <a:pt x="2419" y="580"/>
                  <a:pt x="2406" y="584"/>
                </a:cubicBezTo>
                <a:cubicBezTo>
                  <a:pt x="2335" y="632"/>
                  <a:pt x="2311" y="703"/>
                  <a:pt x="2335" y="774"/>
                </a:cubicBezTo>
                <a:lnTo>
                  <a:pt x="2359" y="822"/>
                </a:lnTo>
                <a:cubicBezTo>
                  <a:pt x="2192" y="941"/>
                  <a:pt x="2120" y="1155"/>
                  <a:pt x="2192" y="1346"/>
                </a:cubicBezTo>
                <a:cubicBezTo>
                  <a:pt x="2264" y="1490"/>
                  <a:pt x="2418" y="1594"/>
                  <a:pt x="2582" y="1594"/>
                </a:cubicBezTo>
                <a:cubicBezTo>
                  <a:pt x="2635" y="1594"/>
                  <a:pt x="2688" y="1583"/>
                  <a:pt x="2740" y="1560"/>
                </a:cubicBezTo>
                <a:lnTo>
                  <a:pt x="2882" y="1489"/>
                </a:lnTo>
                <a:lnTo>
                  <a:pt x="2978" y="1489"/>
                </a:lnTo>
                <a:cubicBezTo>
                  <a:pt x="3002" y="1513"/>
                  <a:pt x="3025" y="1537"/>
                  <a:pt x="3025" y="1560"/>
                </a:cubicBezTo>
                <a:cubicBezTo>
                  <a:pt x="3049" y="1608"/>
                  <a:pt x="3025" y="1679"/>
                  <a:pt x="2978" y="1703"/>
                </a:cubicBezTo>
                <a:lnTo>
                  <a:pt x="2811" y="1775"/>
                </a:lnTo>
                <a:lnTo>
                  <a:pt x="2763" y="1775"/>
                </a:lnTo>
                <a:cubicBezTo>
                  <a:pt x="2740" y="1775"/>
                  <a:pt x="2716" y="1775"/>
                  <a:pt x="2692" y="1751"/>
                </a:cubicBezTo>
                <a:cubicBezTo>
                  <a:pt x="2668" y="1715"/>
                  <a:pt x="2632" y="1697"/>
                  <a:pt x="2594" y="1697"/>
                </a:cubicBezTo>
                <a:cubicBezTo>
                  <a:pt x="2555" y="1697"/>
                  <a:pt x="2513" y="1715"/>
                  <a:pt x="2478" y="1751"/>
                </a:cubicBezTo>
                <a:cubicBezTo>
                  <a:pt x="2478" y="1751"/>
                  <a:pt x="2478" y="1775"/>
                  <a:pt x="2454" y="1775"/>
                </a:cubicBezTo>
                <a:lnTo>
                  <a:pt x="1739" y="1775"/>
                </a:lnTo>
                <a:cubicBezTo>
                  <a:pt x="1620" y="1513"/>
                  <a:pt x="1620" y="1227"/>
                  <a:pt x="1739" y="965"/>
                </a:cubicBezTo>
                <a:cubicBezTo>
                  <a:pt x="1835" y="703"/>
                  <a:pt x="2049" y="489"/>
                  <a:pt x="2311" y="393"/>
                </a:cubicBezTo>
                <a:cubicBezTo>
                  <a:pt x="2462" y="331"/>
                  <a:pt x="2613" y="301"/>
                  <a:pt x="2760" y="301"/>
                </a:cubicBezTo>
                <a:close/>
                <a:moveTo>
                  <a:pt x="2740" y="0"/>
                </a:moveTo>
                <a:cubicBezTo>
                  <a:pt x="2561" y="0"/>
                  <a:pt x="2382" y="36"/>
                  <a:pt x="2216" y="108"/>
                </a:cubicBezTo>
                <a:cubicBezTo>
                  <a:pt x="1858" y="251"/>
                  <a:pt x="1596" y="512"/>
                  <a:pt x="1454" y="846"/>
                </a:cubicBezTo>
                <a:cubicBezTo>
                  <a:pt x="1335" y="1155"/>
                  <a:pt x="1311" y="1489"/>
                  <a:pt x="1406" y="1775"/>
                </a:cubicBezTo>
                <a:lnTo>
                  <a:pt x="739" y="1775"/>
                </a:lnTo>
                <a:cubicBezTo>
                  <a:pt x="644" y="1775"/>
                  <a:pt x="572" y="1798"/>
                  <a:pt x="501" y="1822"/>
                </a:cubicBezTo>
                <a:lnTo>
                  <a:pt x="311" y="1394"/>
                </a:lnTo>
                <a:cubicBezTo>
                  <a:pt x="293" y="1342"/>
                  <a:pt x="239" y="1303"/>
                  <a:pt x="183" y="1303"/>
                </a:cubicBezTo>
                <a:cubicBezTo>
                  <a:pt x="162" y="1303"/>
                  <a:pt x="140" y="1309"/>
                  <a:pt x="120" y="1322"/>
                </a:cubicBezTo>
                <a:cubicBezTo>
                  <a:pt x="49" y="1346"/>
                  <a:pt x="1" y="1441"/>
                  <a:pt x="49" y="1513"/>
                </a:cubicBezTo>
                <a:lnTo>
                  <a:pt x="263" y="2037"/>
                </a:lnTo>
                <a:cubicBezTo>
                  <a:pt x="215" y="2132"/>
                  <a:pt x="191" y="2227"/>
                  <a:pt x="191" y="2322"/>
                </a:cubicBezTo>
                <a:lnTo>
                  <a:pt x="191" y="4537"/>
                </a:lnTo>
                <a:cubicBezTo>
                  <a:pt x="191" y="4632"/>
                  <a:pt x="263" y="4704"/>
                  <a:pt x="334" y="4704"/>
                </a:cubicBezTo>
                <a:cubicBezTo>
                  <a:pt x="430" y="4704"/>
                  <a:pt x="501" y="4632"/>
                  <a:pt x="501" y="4537"/>
                </a:cubicBezTo>
                <a:lnTo>
                  <a:pt x="501" y="2322"/>
                </a:lnTo>
                <a:cubicBezTo>
                  <a:pt x="501" y="2179"/>
                  <a:pt x="596" y="2084"/>
                  <a:pt x="739" y="2084"/>
                </a:cubicBezTo>
                <a:lnTo>
                  <a:pt x="4907" y="2084"/>
                </a:lnTo>
                <a:cubicBezTo>
                  <a:pt x="5002" y="2084"/>
                  <a:pt x="5073" y="2013"/>
                  <a:pt x="5073" y="1918"/>
                </a:cubicBezTo>
                <a:cubicBezTo>
                  <a:pt x="5073" y="1846"/>
                  <a:pt x="5002" y="1775"/>
                  <a:pt x="4907" y="1775"/>
                </a:cubicBezTo>
                <a:lnTo>
                  <a:pt x="4073" y="1775"/>
                </a:lnTo>
                <a:cubicBezTo>
                  <a:pt x="4168" y="1465"/>
                  <a:pt x="4145" y="1155"/>
                  <a:pt x="4026" y="846"/>
                </a:cubicBezTo>
                <a:cubicBezTo>
                  <a:pt x="3883" y="512"/>
                  <a:pt x="3597" y="251"/>
                  <a:pt x="3264" y="108"/>
                </a:cubicBezTo>
                <a:cubicBezTo>
                  <a:pt x="3097" y="36"/>
                  <a:pt x="2918" y="0"/>
                  <a:pt x="2740" y="0"/>
                </a:cubicBezTo>
                <a:close/>
              </a:path>
            </a:pathLst>
          </a:custGeom>
          <a:solidFill xmlns:a="http://schemas.openxmlformats.org/drawingml/2006/main">
            <a:srgbClr val="FD0C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" name="Google Shape;2824;p94">
            <a:extLst xmlns:a="http://schemas.openxmlformats.org/drawingml/2006/main">
              <a:ext uri="{FF2B5EF4-FFF2-40B4-BE49-F238E27FC236}">
                <a16:creationId xmlns:a16="http://schemas.microsoft.com/office/drawing/2014/main" id="{02B037F2-DC45-4341-8A79-CB3209AE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23435" y="1838099"/>
            <a:ext cx="102586" cy="55245"/>
          </a:xfrm>
          <a:custGeom xmlns:a="http://schemas.openxmlformats.org/drawingml/2006/main">
            <a:rect l="l" t="t" r="r" b="b"/>
            <a:pathLst>
              <a:path w="1406" h="746">
                <a:moveTo>
                  <a:pt x="1207" y="1"/>
                </a:moveTo>
                <a:cubicBezTo>
                  <a:pt x="1193" y="1"/>
                  <a:pt x="1180" y="3"/>
                  <a:pt x="1167" y="7"/>
                </a:cubicBezTo>
                <a:lnTo>
                  <a:pt x="119" y="460"/>
                </a:lnTo>
                <a:cubicBezTo>
                  <a:pt x="48" y="483"/>
                  <a:pt x="0" y="579"/>
                  <a:pt x="24" y="650"/>
                </a:cubicBezTo>
                <a:cubicBezTo>
                  <a:pt x="48" y="721"/>
                  <a:pt x="119" y="745"/>
                  <a:pt x="167" y="745"/>
                </a:cubicBezTo>
                <a:lnTo>
                  <a:pt x="215" y="745"/>
                </a:lnTo>
                <a:lnTo>
                  <a:pt x="1286" y="293"/>
                </a:lnTo>
                <a:cubicBezTo>
                  <a:pt x="1358" y="269"/>
                  <a:pt x="1405" y="174"/>
                  <a:pt x="1358" y="102"/>
                </a:cubicBezTo>
                <a:cubicBezTo>
                  <a:pt x="1338" y="44"/>
                  <a:pt x="1270" y="1"/>
                  <a:pt x="1207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" name="Google Shape;2825;p94">
            <a:extLst xmlns:a="http://schemas.openxmlformats.org/drawingml/2006/main">
              <a:ext uri="{FF2B5EF4-FFF2-40B4-BE49-F238E27FC236}">
                <a16:creationId xmlns:a16="http://schemas.microsoft.com/office/drawing/2014/main" id="{C50B4741-907E-42DE-BA0B-3176B42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9050" y="1891866"/>
            <a:ext cx="55670" cy="34955"/>
          </a:xfrm>
          <a:custGeom xmlns:a="http://schemas.openxmlformats.org/drawingml/2006/main">
            <a:rect l="l" t="t" r="r" b="b"/>
            <a:pathLst>
              <a:path w="763" h="472">
                <a:moveTo>
                  <a:pt x="599" y="0"/>
                </a:moveTo>
                <a:cubicBezTo>
                  <a:pt x="576" y="0"/>
                  <a:pt x="551" y="6"/>
                  <a:pt x="525" y="19"/>
                </a:cubicBezTo>
                <a:lnTo>
                  <a:pt x="96" y="186"/>
                </a:lnTo>
                <a:cubicBezTo>
                  <a:pt x="24" y="234"/>
                  <a:pt x="1" y="305"/>
                  <a:pt x="24" y="376"/>
                </a:cubicBezTo>
                <a:cubicBezTo>
                  <a:pt x="48" y="448"/>
                  <a:pt x="96" y="472"/>
                  <a:pt x="167" y="472"/>
                </a:cubicBezTo>
                <a:lnTo>
                  <a:pt x="215" y="472"/>
                </a:lnTo>
                <a:lnTo>
                  <a:pt x="644" y="281"/>
                </a:lnTo>
                <a:cubicBezTo>
                  <a:pt x="715" y="257"/>
                  <a:pt x="763" y="162"/>
                  <a:pt x="739" y="91"/>
                </a:cubicBezTo>
                <a:cubicBezTo>
                  <a:pt x="705" y="39"/>
                  <a:pt x="658" y="0"/>
                  <a:pt x="599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" name="Google Shape;2826;p94">
            <a:extLst xmlns:a="http://schemas.openxmlformats.org/drawingml/2006/main">
              <a:ext uri="{FF2B5EF4-FFF2-40B4-BE49-F238E27FC236}">
                <a16:creationId xmlns:a16="http://schemas.microsoft.com/office/drawing/2014/main" id="{36AB534A-DCD7-4445-B575-A5862273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9467" y="2335907"/>
            <a:ext cx="76537" cy="21254"/>
          </a:xfrm>
          <a:custGeom xmlns:a="http://schemas.openxmlformats.org/drawingml/2006/main">
            <a:rect l="l" t="t" r="r" b="b"/>
            <a:pathLst>
              <a:path w="1049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6"/>
                  <a:pt x="143" y="286"/>
                </a:cubicBezTo>
                <a:lnTo>
                  <a:pt x="905" y="286"/>
                </a:lnTo>
                <a:cubicBezTo>
                  <a:pt x="977" y="286"/>
                  <a:pt x="1048" y="215"/>
                  <a:pt x="1048" y="144"/>
                </a:cubicBezTo>
                <a:cubicBezTo>
                  <a:pt x="1048" y="48"/>
                  <a:pt x="977" y="1"/>
                  <a:pt x="90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" name="Google Shape;2827;p94">
            <a:extLst xmlns:a="http://schemas.openxmlformats.org/drawingml/2006/main">
              <a:ext uri="{FF2B5EF4-FFF2-40B4-BE49-F238E27FC236}">
                <a16:creationId xmlns:a16="http://schemas.microsoft.com/office/drawing/2014/main" id="{B5DD2815-B50D-4491-A04C-6F99AB02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9467" y="2374713"/>
            <a:ext cx="177299" cy="23030"/>
          </a:xfrm>
          <a:custGeom xmlns:a="http://schemas.openxmlformats.org/drawingml/2006/main">
            <a:rect l="l" t="t" r="r" b="b"/>
            <a:pathLst>
              <a:path w="2430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86" y="310"/>
                </a:lnTo>
                <a:cubicBezTo>
                  <a:pt x="2358" y="310"/>
                  <a:pt x="2429" y="239"/>
                  <a:pt x="2429" y="143"/>
                </a:cubicBezTo>
                <a:cubicBezTo>
                  <a:pt x="2429" y="72"/>
                  <a:pt x="2358" y="1"/>
                  <a:pt x="2286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" name="Google Shape;2806;p94">
            <a:extLst xmlns:a="http://schemas.openxmlformats.org/drawingml/2006/main">
              <a:ext uri="{FF2B5EF4-FFF2-40B4-BE49-F238E27FC236}">
                <a16:creationId xmlns:a16="http://schemas.microsoft.com/office/drawing/2014/main" id="{DF5EB72A-9714-47B1-AA38-FD4B1CF3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7324" y="1749715"/>
            <a:ext cx="738604" cy="694944"/>
          </a:xfrm>
          <a:custGeom xmlns:a="http://schemas.openxmlformats.org/drawingml/2006/main">
            <a:rect l="l" t="t" r="r" b="b"/>
            <a:pathLst>
              <a:path w="10123" h="9384">
                <a:moveTo>
                  <a:pt x="5073" y="8550"/>
                </a:moveTo>
                <a:cubicBezTo>
                  <a:pt x="5216" y="8550"/>
                  <a:pt x="5335" y="8669"/>
                  <a:pt x="5335" y="8812"/>
                </a:cubicBezTo>
                <a:cubicBezTo>
                  <a:pt x="5335" y="8954"/>
                  <a:pt x="5216" y="9097"/>
                  <a:pt x="5073" y="9097"/>
                </a:cubicBezTo>
                <a:cubicBezTo>
                  <a:pt x="4907" y="9097"/>
                  <a:pt x="4788" y="8954"/>
                  <a:pt x="4788" y="8812"/>
                </a:cubicBezTo>
                <a:cubicBezTo>
                  <a:pt x="4788" y="8669"/>
                  <a:pt x="4907" y="8550"/>
                  <a:pt x="5073" y="8550"/>
                </a:cubicBezTo>
                <a:close/>
                <a:moveTo>
                  <a:pt x="358" y="0"/>
                </a:moveTo>
                <a:cubicBezTo>
                  <a:pt x="168" y="0"/>
                  <a:pt x="1" y="167"/>
                  <a:pt x="1" y="357"/>
                </a:cubicBezTo>
                <a:lnTo>
                  <a:pt x="1" y="953"/>
                </a:lnTo>
                <a:cubicBezTo>
                  <a:pt x="1" y="1143"/>
                  <a:pt x="144" y="1286"/>
                  <a:pt x="334" y="1286"/>
                </a:cubicBezTo>
                <a:lnTo>
                  <a:pt x="334" y="5168"/>
                </a:lnTo>
                <a:cubicBezTo>
                  <a:pt x="334" y="5239"/>
                  <a:pt x="406" y="5311"/>
                  <a:pt x="477" y="5311"/>
                </a:cubicBezTo>
                <a:cubicBezTo>
                  <a:pt x="572" y="5311"/>
                  <a:pt x="644" y="5263"/>
                  <a:pt x="644" y="5168"/>
                </a:cubicBezTo>
                <a:lnTo>
                  <a:pt x="644" y="1286"/>
                </a:lnTo>
                <a:lnTo>
                  <a:pt x="7741" y="1286"/>
                </a:lnTo>
                <a:cubicBezTo>
                  <a:pt x="7812" y="1286"/>
                  <a:pt x="7884" y="1239"/>
                  <a:pt x="7884" y="1143"/>
                </a:cubicBezTo>
                <a:cubicBezTo>
                  <a:pt x="7884" y="1072"/>
                  <a:pt x="7812" y="1000"/>
                  <a:pt x="7741" y="1000"/>
                </a:cubicBezTo>
                <a:lnTo>
                  <a:pt x="358" y="1000"/>
                </a:lnTo>
                <a:cubicBezTo>
                  <a:pt x="334" y="1000"/>
                  <a:pt x="311" y="977"/>
                  <a:pt x="311" y="953"/>
                </a:cubicBezTo>
                <a:lnTo>
                  <a:pt x="311" y="357"/>
                </a:lnTo>
                <a:cubicBezTo>
                  <a:pt x="311" y="310"/>
                  <a:pt x="334" y="286"/>
                  <a:pt x="358" y="286"/>
                </a:cubicBezTo>
                <a:lnTo>
                  <a:pt x="9789" y="286"/>
                </a:lnTo>
                <a:cubicBezTo>
                  <a:pt x="9812" y="286"/>
                  <a:pt x="9836" y="334"/>
                  <a:pt x="9836" y="357"/>
                </a:cubicBezTo>
                <a:lnTo>
                  <a:pt x="9836" y="953"/>
                </a:lnTo>
                <a:cubicBezTo>
                  <a:pt x="9836" y="977"/>
                  <a:pt x="9812" y="1000"/>
                  <a:pt x="9789" y="1000"/>
                </a:cubicBezTo>
                <a:lnTo>
                  <a:pt x="8407" y="1000"/>
                </a:lnTo>
                <a:cubicBezTo>
                  <a:pt x="8312" y="1000"/>
                  <a:pt x="8241" y="1072"/>
                  <a:pt x="8241" y="1143"/>
                </a:cubicBezTo>
                <a:cubicBezTo>
                  <a:pt x="8241" y="1239"/>
                  <a:pt x="8312" y="1286"/>
                  <a:pt x="8407" y="1286"/>
                </a:cubicBezTo>
                <a:lnTo>
                  <a:pt x="9503" y="1286"/>
                </a:lnTo>
                <a:lnTo>
                  <a:pt x="9503" y="7335"/>
                </a:lnTo>
                <a:cubicBezTo>
                  <a:pt x="9503" y="7359"/>
                  <a:pt x="9479" y="7383"/>
                  <a:pt x="9455" y="7383"/>
                </a:cubicBezTo>
                <a:lnTo>
                  <a:pt x="692" y="7383"/>
                </a:lnTo>
                <a:cubicBezTo>
                  <a:pt x="668" y="7383"/>
                  <a:pt x="644" y="7359"/>
                  <a:pt x="644" y="7335"/>
                </a:cubicBezTo>
                <a:lnTo>
                  <a:pt x="644" y="5835"/>
                </a:lnTo>
                <a:cubicBezTo>
                  <a:pt x="644" y="5740"/>
                  <a:pt x="572" y="5692"/>
                  <a:pt x="477" y="5692"/>
                </a:cubicBezTo>
                <a:cubicBezTo>
                  <a:pt x="406" y="5692"/>
                  <a:pt x="334" y="5740"/>
                  <a:pt x="334" y="5835"/>
                </a:cubicBezTo>
                <a:lnTo>
                  <a:pt x="334" y="7335"/>
                </a:lnTo>
                <a:cubicBezTo>
                  <a:pt x="334" y="7526"/>
                  <a:pt x="501" y="7668"/>
                  <a:pt x="692" y="7668"/>
                </a:cubicBezTo>
                <a:lnTo>
                  <a:pt x="4907" y="7668"/>
                </a:lnTo>
                <a:lnTo>
                  <a:pt x="4907" y="8264"/>
                </a:lnTo>
                <a:cubicBezTo>
                  <a:pt x="4669" y="8335"/>
                  <a:pt x="4502" y="8550"/>
                  <a:pt x="4502" y="8812"/>
                </a:cubicBezTo>
                <a:cubicBezTo>
                  <a:pt x="4502" y="9121"/>
                  <a:pt x="4740" y="9383"/>
                  <a:pt x="5073" y="9383"/>
                </a:cubicBezTo>
                <a:cubicBezTo>
                  <a:pt x="5383" y="9383"/>
                  <a:pt x="5621" y="9121"/>
                  <a:pt x="5621" y="8812"/>
                </a:cubicBezTo>
                <a:cubicBezTo>
                  <a:pt x="5621" y="8550"/>
                  <a:pt x="5454" y="8335"/>
                  <a:pt x="5216" y="8264"/>
                </a:cubicBezTo>
                <a:lnTo>
                  <a:pt x="5216" y="7668"/>
                </a:lnTo>
                <a:lnTo>
                  <a:pt x="9431" y="7668"/>
                </a:lnTo>
                <a:cubicBezTo>
                  <a:pt x="9622" y="7668"/>
                  <a:pt x="9789" y="7526"/>
                  <a:pt x="9789" y="7335"/>
                </a:cubicBezTo>
                <a:lnTo>
                  <a:pt x="9789" y="1286"/>
                </a:lnTo>
                <a:cubicBezTo>
                  <a:pt x="9979" y="1286"/>
                  <a:pt x="10122" y="1143"/>
                  <a:pt x="10122" y="953"/>
                </a:cubicBezTo>
                <a:lnTo>
                  <a:pt x="10122" y="357"/>
                </a:lnTo>
                <a:cubicBezTo>
                  <a:pt x="10122" y="167"/>
                  <a:pt x="9979" y="0"/>
                  <a:pt x="9789" y="0"/>
                </a:cubicBezTo>
                <a:close/>
              </a:path>
            </a:pathLst>
          </a:custGeom>
          <a:solidFill xmlns:a="http://schemas.openxmlformats.org/drawingml/2006/main">
            <a:srgbClr val="FD0C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" name="Google Shape;2807;p94">
            <a:extLst xmlns:a="http://schemas.openxmlformats.org/drawingml/2006/main">
              <a:ext uri="{FF2B5EF4-FFF2-40B4-BE49-F238E27FC236}">
                <a16:creationId xmlns:a16="http://schemas.microsoft.com/office/drawing/2014/main" id="{03D26D72-6983-4EF2-8819-908F4C3C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15126" y="2192350"/>
            <a:ext cx="99083" cy="21254"/>
          </a:xfrm>
          <a:custGeom xmlns:a="http://schemas.openxmlformats.org/drawingml/2006/main">
            <a:rect l="l" t="t" r="r" b="b"/>
            <a:pathLst>
              <a:path w="1358" h="287">
                <a:moveTo>
                  <a:pt x="167" y="1"/>
                </a:moveTo>
                <a:cubicBezTo>
                  <a:pt x="72" y="1"/>
                  <a:pt x="0" y="72"/>
                  <a:pt x="0" y="144"/>
                </a:cubicBezTo>
                <a:cubicBezTo>
                  <a:pt x="0" y="239"/>
                  <a:pt x="72" y="286"/>
                  <a:pt x="167" y="286"/>
                </a:cubicBezTo>
                <a:lnTo>
                  <a:pt x="1191" y="286"/>
                </a:lnTo>
                <a:cubicBezTo>
                  <a:pt x="1286" y="286"/>
                  <a:pt x="1358" y="239"/>
                  <a:pt x="1358" y="144"/>
                </a:cubicBezTo>
                <a:cubicBezTo>
                  <a:pt x="1334" y="72"/>
                  <a:pt x="1286" y="1"/>
                  <a:pt x="1191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" name="Google Shape;2808;p94">
            <a:extLst xmlns:a="http://schemas.openxmlformats.org/drawingml/2006/main">
              <a:ext uri="{FF2B5EF4-FFF2-40B4-BE49-F238E27FC236}">
                <a16:creationId xmlns:a16="http://schemas.microsoft.com/office/drawing/2014/main" id="{F73A84BD-EA2A-4D95-A6B3-BA2F7CC3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2231154"/>
            <a:ext cx="173796" cy="23030"/>
          </a:xfrm>
          <a:custGeom xmlns:a="http://schemas.openxmlformats.org/drawingml/2006/main">
            <a:rect l="l" t="t" r="r" b="b"/>
            <a:pathLst>
              <a:path w="2382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15" y="310"/>
                </a:lnTo>
                <a:cubicBezTo>
                  <a:pt x="2310" y="310"/>
                  <a:pt x="2382" y="239"/>
                  <a:pt x="2382" y="143"/>
                </a:cubicBezTo>
                <a:cubicBezTo>
                  <a:pt x="2382" y="72"/>
                  <a:pt x="2310" y="1"/>
                  <a:pt x="221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" name="Google Shape;2809;p94">
            <a:extLst xmlns:a="http://schemas.openxmlformats.org/drawingml/2006/main">
              <a:ext uri="{FF2B5EF4-FFF2-40B4-BE49-F238E27FC236}">
                <a16:creationId xmlns:a16="http://schemas.microsoft.com/office/drawing/2014/main" id="{790C7646-D6B3-419D-BDF3-09F1AA2B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1903160"/>
            <a:ext cx="36555" cy="22957"/>
          </a:xfrm>
          <a:custGeom xmlns:a="http://schemas.openxmlformats.org/drawingml/2006/main">
            <a:rect l="l" t="t" r="r" b="b"/>
            <a:pathLst>
              <a:path w="501" h="310">
                <a:moveTo>
                  <a:pt x="143" y="0"/>
                </a:moveTo>
                <a:cubicBezTo>
                  <a:pt x="72" y="0"/>
                  <a:pt x="0" y="72"/>
                  <a:pt x="0" y="143"/>
                </a:cubicBezTo>
                <a:cubicBezTo>
                  <a:pt x="0" y="238"/>
                  <a:pt x="72" y="310"/>
                  <a:pt x="143" y="310"/>
                </a:cubicBezTo>
                <a:lnTo>
                  <a:pt x="334" y="310"/>
                </a:lnTo>
                <a:cubicBezTo>
                  <a:pt x="429" y="310"/>
                  <a:pt x="500" y="238"/>
                  <a:pt x="500" y="143"/>
                </a:cubicBezTo>
                <a:cubicBezTo>
                  <a:pt x="500" y="72"/>
                  <a:pt x="429" y="0"/>
                  <a:pt x="334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" name="Google Shape;2810;p94">
            <a:extLst xmlns:a="http://schemas.openxmlformats.org/drawingml/2006/main">
              <a:ext uri="{FF2B5EF4-FFF2-40B4-BE49-F238E27FC236}">
                <a16:creationId xmlns:a16="http://schemas.microsoft.com/office/drawing/2014/main" id="{8FB3E07A-5D5E-4301-807A-B5A2E277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94259" y="1903160"/>
            <a:ext cx="119950" cy="22957"/>
          </a:xfrm>
          <a:custGeom xmlns:a="http://schemas.openxmlformats.org/drawingml/2006/main">
            <a:rect l="l" t="t" r="r" b="b"/>
            <a:pathLst>
              <a:path w="1644" h="310">
                <a:moveTo>
                  <a:pt x="143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8"/>
                  <a:pt x="72" y="310"/>
                  <a:pt x="143" y="310"/>
                </a:cubicBezTo>
                <a:lnTo>
                  <a:pt x="1477" y="310"/>
                </a:lnTo>
                <a:cubicBezTo>
                  <a:pt x="1572" y="310"/>
                  <a:pt x="1644" y="238"/>
                  <a:pt x="1644" y="143"/>
                </a:cubicBezTo>
                <a:cubicBezTo>
                  <a:pt x="1644" y="72"/>
                  <a:pt x="1572" y="0"/>
                  <a:pt x="1477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" name="Google Shape;2811;p94">
            <a:extLst xmlns:a="http://schemas.openxmlformats.org/drawingml/2006/main">
              <a:ext uri="{FF2B5EF4-FFF2-40B4-BE49-F238E27FC236}">
                <a16:creationId xmlns:a16="http://schemas.microsoft.com/office/drawing/2014/main" id="{EC9E0779-D157-4AE3-A4AE-1572197E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1943669"/>
            <a:ext cx="173796" cy="21254"/>
          </a:xfrm>
          <a:custGeom xmlns:a="http://schemas.openxmlformats.org/drawingml/2006/main">
            <a:rect l="l" t="t" r="r" b="b"/>
            <a:pathLst>
              <a:path w="2382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2215" y="287"/>
                </a:lnTo>
                <a:cubicBezTo>
                  <a:pt x="2310" y="287"/>
                  <a:pt x="2382" y="215"/>
                  <a:pt x="2382" y="144"/>
                </a:cubicBezTo>
                <a:cubicBezTo>
                  <a:pt x="2382" y="48"/>
                  <a:pt x="2310" y="1"/>
                  <a:pt x="221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" name="Google Shape;2812;p94">
            <a:extLst xmlns:a="http://schemas.openxmlformats.org/drawingml/2006/main">
              <a:ext uri="{FF2B5EF4-FFF2-40B4-BE49-F238E27FC236}">
                <a16:creationId xmlns:a16="http://schemas.microsoft.com/office/drawing/2014/main" id="{BCFE82E2-ACAF-448C-87DF-54984860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2008912"/>
            <a:ext cx="173796" cy="141225"/>
          </a:xfrm>
          <a:custGeom xmlns:a="http://schemas.openxmlformats.org/drawingml/2006/main">
            <a:rect l="l" t="t" r="r" b="b"/>
            <a:pathLst>
              <a:path w="2382" h="1907">
                <a:moveTo>
                  <a:pt x="143" y="1"/>
                </a:moveTo>
                <a:cubicBezTo>
                  <a:pt x="48" y="1"/>
                  <a:pt x="0" y="49"/>
                  <a:pt x="0" y="144"/>
                </a:cubicBezTo>
                <a:lnTo>
                  <a:pt x="0" y="1763"/>
                </a:lnTo>
                <a:cubicBezTo>
                  <a:pt x="0" y="1835"/>
                  <a:pt x="72" y="1906"/>
                  <a:pt x="143" y="1906"/>
                </a:cubicBezTo>
                <a:lnTo>
                  <a:pt x="2215" y="1906"/>
                </a:lnTo>
                <a:cubicBezTo>
                  <a:pt x="2310" y="1906"/>
                  <a:pt x="2382" y="1835"/>
                  <a:pt x="2382" y="1763"/>
                </a:cubicBezTo>
                <a:cubicBezTo>
                  <a:pt x="2382" y="1668"/>
                  <a:pt x="2310" y="1597"/>
                  <a:pt x="2215" y="1597"/>
                </a:cubicBezTo>
                <a:lnTo>
                  <a:pt x="1858" y="1597"/>
                </a:lnTo>
                <a:lnTo>
                  <a:pt x="1858" y="311"/>
                </a:lnTo>
                <a:cubicBezTo>
                  <a:pt x="1858" y="239"/>
                  <a:pt x="1786" y="168"/>
                  <a:pt x="1715" y="168"/>
                </a:cubicBezTo>
                <a:cubicBezTo>
                  <a:pt x="1644" y="168"/>
                  <a:pt x="1572" y="239"/>
                  <a:pt x="1572" y="311"/>
                </a:cubicBezTo>
                <a:lnTo>
                  <a:pt x="1572" y="1597"/>
                </a:lnTo>
                <a:lnTo>
                  <a:pt x="1334" y="1597"/>
                </a:lnTo>
                <a:lnTo>
                  <a:pt x="1334" y="1120"/>
                </a:lnTo>
                <a:cubicBezTo>
                  <a:pt x="1334" y="1049"/>
                  <a:pt x="1263" y="977"/>
                  <a:pt x="1191" y="977"/>
                </a:cubicBezTo>
                <a:cubicBezTo>
                  <a:pt x="1096" y="977"/>
                  <a:pt x="1024" y="1049"/>
                  <a:pt x="1024" y="1120"/>
                </a:cubicBezTo>
                <a:lnTo>
                  <a:pt x="1024" y="1597"/>
                </a:lnTo>
                <a:lnTo>
                  <a:pt x="786" y="1597"/>
                </a:lnTo>
                <a:lnTo>
                  <a:pt x="786" y="763"/>
                </a:lnTo>
                <a:cubicBezTo>
                  <a:pt x="786" y="668"/>
                  <a:pt x="739" y="596"/>
                  <a:pt x="643" y="596"/>
                </a:cubicBezTo>
                <a:cubicBezTo>
                  <a:pt x="572" y="596"/>
                  <a:pt x="500" y="668"/>
                  <a:pt x="500" y="763"/>
                </a:cubicBezTo>
                <a:lnTo>
                  <a:pt x="500" y="1597"/>
                </a:lnTo>
                <a:lnTo>
                  <a:pt x="286" y="1597"/>
                </a:lnTo>
                <a:lnTo>
                  <a:pt x="286" y="144"/>
                </a:lnTo>
                <a:cubicBezTo>
                  <a:pt x="286" y="72"/>
                  <a:pt x="215" y="1"/>
                  <a:pt x="143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" name="Google Shape;2813;p94">
            <a:extLst xmlns:a="http://schemas.openxmlformats.org/drawingml/2006/main">
              <a:ext uri="{FF2B5EF4-FFF2-40B4-BE49-F238E27FC236}">
                <a16:creationId xmlns:a16="http://schemas.microsoft.com/office/drawing/2014/main" id="{FC69A224-7204-4F13-827A-8F6CFF13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33790" y="1885460"/>
            <a:ext cx="364959" cy="370429"/>
          </a:xfrm>
          <a:custGeom xmlns:a="http://schemas.openxmlformats.org/drawingml/2006/main">
            <a:rect l="l" t="t" r="r" b="b"/>
            <a:pathLst>
              <a:path w="5002" h="5002">
                <a:moveTo>
                  <a:pt x="2501" y="1215"/>
                </a:moveTo>
                <a:cubicBezTo>
                  <a:pt x="3216" y="1215"/>
                  <a:pt x="3811" y="1787"/>
                  <a:pt x="3811" y="2501"/>
                </a:cubicBezTo>
                <a:cubicBezTo>
                  <a:pt x="3811" y="3240"/>
                  <a:pt x="3216" y="3811"/>
                  <a:pt x="2501" y="3811"/>
                </a:cubicBezTo>
                <a:cubicBezTo>
                  <a:pt x="1787" y="3811"/>
                  <a:pt x="1215" y="3216"/>
                  <a:pt x="1215" y="2501"/>
                </a:cubicBezTo>
                <a:cubicBezTo>
                  <a:pt x="1215" y="1787"/>
                  <a:pt x="1787" y="1215"/>
                  <a:pt x="2501" y="1215"/>
                </a:cubicBezTo>
                <a:close/>
                <a:moveTo>
                  <a:pt x="4692" y="2668"/>
                </a:moveTo>
                <a:cubicBezTo>
                  <a:pt x="4668" y="3121"/>
                  <a:pt x="4502" y="3549"/>
                  <a:pt x="4216" y="3883"/>
                </a:cubicBezTo>
                <a:lnTo>
                  <a:pt x="3787" y="3454"/>
                </a:lnTo>
                <a:cubicBezTo>
                  <a:pt x="3954" y="3216"/>
                  <a:pt x="4073" y="2954"/>
                  <a:pt x="4097" y="2668"/>
                </a:cubicBezTo>
                <a:close/>
                <a:moveTo>
                  <a:pt x="2358" y="311"/>
                </a:moveTo>
                <a:lnTo>
                  <a:pt x="2358" y="930"/>
                </a:lnTo>
                <a:cubicBezTo>
                  <a:pt x="1549" y="1001"/>
                  <a:pt x="906" y="1692"/>
                  <a:pt x="906" y="2501"/>
                </a:cubicBezTo>
                <a:cubicBezTo>
                  <a:pt x="906" y="3383"/>
                  <a:pt x="1620" y="4097"/>
                  <a:pt x="2501" y="4097"/>
                </a:cubicBezTo>
                <a:cubicBezTo>
                  <a:pt x="2930" y="4097"/>
                  <a:pt x="3311" y="3954"/>
                  <a:pt x="3597" y="3668"/>
                </a:cubicBezTo>
                <a:cubicBezTo>
                  <a:pt x="3740" y="3811"/>
                  <a:pt x="3883" y="3954"/>
                  <a:pt x="4025" y="4097"/>
                </a:cubicBezTo>
                <a:cubicBezTo>
                  <a:pt x="3644" y="4478"/>
                  <a:pt x="3097" y="4716"/>
                  <a:pt x="2501" y="4716"/>
                </a:cubicBezTo>
                <a:cubicBezTo>
                  <a:pt x="1287" y="4716"/>
                  <a:pt x="310" y="3716"/>
                  <a:pt x="310" y="2501"/>
                </a:cubicBezTo>
                <a:cubicBezTo>
                  <a:pt x="310" y="1335"/>
                  <a:pt x="1215" y="382"/>
                  <a:pt x="2358" y="311"/>
                </a:cubicBezTo>
                <a:close/>
                <a:moveTo>
                  <a:pt x="2501" y="1"/>
                </a:moveTo>
                <a:cubicBezTo>
                  <a:pt x="1120" y="1"/>
                  <a:pt x="1" y="1144"/>
                  <a:pt x="1" y="2501"/>
                </a:cubicBezTo>
                <a:cubicBezTo>
                  <a:pt x="1" y="3883"/>
                  <a:pt x="1120" y="5002"/>
                  <a:pt x="2501" y="5002"/>
                </a:cubicBezTo>
                <a:cubicBezTo>
                  <a:pt x="3883" y="5002"/>
                  <a:pt x="5002" y="3883"/>
                  <a:pt x="5002" y="2501"/>
                </a:cubicBezTo>
                <a:cubicBezTo>
                  <a:pt x="5002" y="1978"/>
                  <a:pt x="4835" y="1477"/>
                  <a:pt x="4526" y="1049"/>
                </a:cubicBezTo>
                <a:cubicBezTo>
                  <a:pt x="4499" y="1009"/>
                  <a:pt x="4459" y="992"/>
                  <a:pt x="4415" y="992"/>
                </a:cubicBezTo>
                <a:cubicBezTo>
                  <a:pt x="4380" y="992"/>
                  <a:pt x="4343" y="1004"/>
                  <a:pt x="4311" y="1025"/>
                </a:cubicBezTo>
                <a:cubicBezTo>
                  <a:pt x="4264" y="1073"/>
                  <a:pt x="4240" y="1144"/>
                  <a:pt x="4287" y="1215"/>
                </a:cubicBezTo>
                <a:cubicBezTo>
                  <a:pt x="4526" y="1549"/>
                  <a:pt x="4668" y="1954"/>
                  <a:pt x="4692" y="2359"/>
                </a:cubicBezTo>
                <a:lnTo>
                  <a:pt x="4097" y="2359"/>
                </a:lnTo>
                <a:cubicBezTo>
                  <a:pt x="4025" y="1597"/>
                  <a:pt x="3406" y="1001"/>
                  <a:pt x="2644" y="930"/>
                </a:cubicBezTo>
                <a:lnTo>
                  <a:pt x="2644" y="311"/>
                </a:lnTo>
                <a:cubicBezTo>
                  <a:pt x="3097" y="334"/>
                  <a:pt x="3501" y="501"/>
                  <a:pt x="3859" y="787"/>
                </a:cubicBezTo>
                <a:cubicBezTo>
                  <a:pt x="3886" y="805"/>
                  <a:pt x="3917" y="813"/>
                  <a:pt x="3947" y="813"/>
                </a:cubicBezTo>
                <a:cubicBezTo>
                  <a:pt x="3996" y="813"/>
                  <a:pt x="4044" y="792"/>
                  <a:pt x="4073" y="763"/>
                </a:cubicBezTo>
                <a:cubicBezTo>
                  <a:pt x="4121" y="692"/>
                  <a:pt x="4121" y="596"/>
                  <a:pt x="4049" y="549"/>
                </a:cubicBezTo>
                <a:cubicBezTo>
                  <a:pt x="3597" y="191"/>
                  <a:pt x="3073" y="1"/>
                  <a:pt x="2501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" name="Google Shape;2814;p94">
            <a:extLst xmlns:a="http://schemas.openxmlformats.org/drawingml/2006/main">
              <a:ext uri="{FF2B5EF4-FFF2-40B4-BE49-F238E27FC236}">
                <a16:creationId xmlns:a16="http://schemas.microsoft.com/office/drawing/2014/main" id="{CC942708-1EED-4719-A7AB-15E25B61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44225" y="2227156"/>
            <a:ext cx="52240" cy="37620"/>
          </a:xfrm>
          <a:custGeom xmlns:a="http://schemas.openxmlformats.org/drawingml/2006/main">
            <a:rect l="l" t="t" r="r" b="b"/>
            <a:pathLst>
              <a:path w="716" h="508">
                <a:moveTo>
                  <a:pt x="167" y="1"/>
                </a:moveTo>
                <a:cubicBezTo>
                  <a:pt x="132" y="1"/>
                  <a:pt x="96" y="19"/>
                  <a:pt x="72" y="55"/>
                </a:cubicBezTo>
                <a:cubicBezTo>
                  <a:pt x="1" y="102"/>
                  <a:pt x="1" y="197"/>
                  <a:pt x="72" y="245"/>
                </a:cubicBezTo>
                <a:lnTo>
                  <a:pt x="263" y="459"/>
                </a:lnTo>
                <a:cubicBezTo>
                  <a:pt x="286" y="483"/>
                  <a:pt x="334" y="507"/>
                  <a:pt x="358" y="507"/>
                </a:cubicBezTo>
                <a:cubicBezTo>
                  <a:pt x="405" y="507"/>
                  <a:pt x="429" y="483"/>
                  <a:pt x="477" y="459"/>
                </a:cubicBezTo>
                <a:lnTo>
                  <a:pt x="667" y="245"/>
                </a:lnTo>
                <a:cubicBezTo>
                  <a:pt x="715" y="197"/>
                  <a:pt x="715" y="102"/>
                  <a:pt x="667" y="55"/>
                </a:cubicBezTo>
                <a:cubicBezTo>
                  <a:pt x="632" y="19"/>
                  <a:pt x="590" y="1"/>
                  <a:pt x="551" y="1"/>
                </a:cubicBezTo>
                <a:cubicBezTo>
                  <a:pt x="513" y="1"/>
                  <a:pt x="477" y="19"/>
                  <a:pt x="453" y="55"/>
                </a:cubicBezTo>
                <a:lnTo>
                  <a:pt x="358" y="150"/>
                </a:lnTo>
                <a:lnTo>
                  <a:pt x="263" y="55"/>
                </a:lnTo>
                <a:cubicBezTo>
                  <a:pt x="239" y="19"/>
                  <a:pt x="203" y="1"/>
                  <a:pt x="167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" name="Google Shape;2815;p94">
            <a:extLst xmlns:a="http://schemas.openxmlformats.org/drawingml/2006/main">
              <a:ext uri="{FF2B5EF4-FFF2-40B4-BE49-F238E27FC236}">
                <a16:creationId xmlns:a16="http://schemas.microsoft.com/office/drawing/2014/main" id="{75757593-004B-4B1D-8138-0CAB416E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7138" y="2075044"/>
            <a:ext cx="52169" cy="36287"/>
          </a:xfrm>
          <a:custGeom xmlns:a="http://schemas.openxmlformats.org/drawingml/2006/main">
            <a:rect l="l" t="t" r="r" b="b"/>
            <a:pathLst>
              <a:path w="715" h="490">
                <a:moveTo>
                  <a:pt x="164" y="1"/>
                </a:moveTo>
                <a:cubicBezTo>
                  <a:pt x="125" y="1"/>
                  <a:pt x="83" y="13"/>
                  <a:pt x="48" y="37"/>
                </a:cubicBezTo>
                <a:cubicBezTo>
                  <a:pt x="0" y="84"/>
                  <a:pt x="0" y="180"/>
                  <a:pt x="48" y="251"/>
                </a:cubicBezTo>
                <a:lnTo>
                  <a:pt x="238" y="442"/>
                </a:lnTo>
                <a:cubicBezTo>
                  <a:pt x="286" y="465"/>
                  <a:pt x="310" y="489"/>
                  <a:pt x="357" y="489"/>
                </a:cubicBezTo>
                <a:cubicBezTo>
                  <a:pt x="381" y="489"/>
                  <a:pt x="429" y="465"/>
                  <a:pt x="453" y="442"/>
                </a:cubicBezTo>
                <a:lnTo>
                  <a:pt x="667" y="251"/>
                </a:lnTo>
                <a:cubicBezTo>
                  <a:pt x="714" y="180"/>
                  <a:pt x="714" y="84"/>
                  <a:pt x="667" y="37"/>
                </a:cubicBezTo>
                <a:cubicBezTo>
                  <a:pt x="631" y="13"/>
                  <a:pt x="589" y="1"/>
                  <a:pt x="551" y="1"/>
                </a:cubicBezTo>
                <a:cubicBezTo>
                  <a:pt x="512" y="1"/>
                  <a:pt x="476" y="13"/>
                  <a:pt x="453" y="37"/>
                </a:cubicBezTo>
                <a:lnTo>
                  <a:pt x="357" y="132"/>
                </a:lnTo>
                <a:lnTo>
                  <a:pt x="262" y="37"/>
                </a:lnTo>
                <a:cubicBezTo>
                  <a:pt x="238" y="13"/>
                  <a:pt x="202" y="1"/>
                  <a:pt x="164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" name="Google Shape;2816;p94">
            <a:extLst xmlns:a="http://schemas.openxmlformats.org/drawingml/2006/main">
              <a:ext uri="{FF2B5EF4-FFF2-40B4-BE49-F238E27FC236}">
                <a16:creationId xmlns:a16="http://schemas.microsoft.com/office/drawing/2014/main" id="{E064EA9E-2DFD-4EA3-B711-1609C3E4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51762" y="1905752"/>
            <a:ext cx="52240" cy="36287"/>
          </a:xfrm>
          <a:custGeom xmlns:a="http://schemas.openxmlformats.org/drawingml/2006/main">
            <a:rect l="l" t="t" r="r" b="b"/>
            <a:pathLst>
              <a:path w="716" h="490">
                <a:moveTo>
                  <a:pt x="168" y="1"/>
                </a:moveTo>
                <a:cubicBezTo>
                  <a:pt x="132" y="1"/>
                  <a:pt x="96" y="13"/>
                  <a:pt x="72" y="37"/>
                </a:cubicBezTo>
                <a:cubicBezTo>
                  <a:pt x="1" y="84"/>
                  <a:pt x="1" y="179"/>
                  <a:pt x="72" y="251"/>
                </a:cubicBezTo>
                <a:lnTo>
                  <a:pt x="263" y="441"/>
                </a:lnTo>
                <a:cubicBezTo>
                  <a:pt x="287" y="465"/>
                  <a:pt x="310" y="489"/>
                  <a:pt x="358" y="489"/>
                </a:cubicBezTo>
                <a:cubicBezTo>
                  <a:pt x="406" y="489"/>
                  <a:pt x="429" y="465"/>
                  <a:pt x="453" y="441"/>
                </a:cubicBezTo>
                <a:lnTo>
                  <a:pt x="668" y="251"/>
                </a:lnTo>
                <a:cubicBezTo>
                  <a:pt x="715" y="179"/>
                  <a:pt x="715" y="84"/>
                  <a:pt x="668" y="37"/>
                </a:cubicBezTo>
                <a:cubicBezTo>
                  <a:pt x="632" y="13"/>
                  <a:pt x="590" y="1"/>
                  <a:pt x="552" y="1"/>
                </a:cubicBezTo>
                <a:cubicBezTo>
                  <a:pt x="513" y="1"/>
                  <a:pt x="477" y="13"/>
                  <a:pt x="453" y="37"/>
                </a:cubicBezTo>
                <a:lnTo>
                  <a:pt x="358" y="132"/>
                </a:lnTo>
                <a:lnTo>
                  <a:pt x="263" y="37"/>
                </a:lnTo>
                <a:cubicBezTo>
                  <a:pt x="239" y="13"/>
                  <a:pt x="203" y="1"/>
                  <a:pt x="168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010" y="1396603"/>
            <a:ext cx="1504594" cy="1401168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РАЗВИТИЕ</a:t>
            </a:r>
          </a:p>
        </p:txBody>
      </p:sp>
      <p:cxnSp>
        <p:nvCxnSpPr>
          <p:cNvPr id="156" name="Google Shape;2799;p94"/>
          <p:cNvCxnSpPr/>
          <p:nvPr/>
        </p:nvCxnSpPr>
        <p:spPr>
          <a:xfrm xmlns:a="http://schemas.openxmlformats.org/drawingml/2006/main" flipV="1">
            <a:off x="6843165" y="2119165"/>
            <a:ext cx="2489934" cy="12489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headEnd type="none" w="med" len="med"/>
            <a:tailEnd type="non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Команда Elades</dc:creator>
  <lastModifiedBy>Команда Elades</lastModifiedBy>
  <dc:title>Elades — ЛЦТ 2026, задача 2 — питч</dc:title>
  <dcterms:created xsi:type="dcterms:W3CDTF">2026-09-29T13:24:17.8320000Z</dcterms:created>
  <dcterms:modified xsi:type="dcterms:W3CDTF">2026-09-29T13:24:17.8320000Z</dcterms:modified>
</coreProperties>
</file>